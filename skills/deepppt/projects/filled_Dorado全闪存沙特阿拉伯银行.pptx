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7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8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  <p:sldMasterId id="2147483893" r:id="rId5"/>
    <p:sldMasterId id="2147483906" r:id="rId6"/>
    <p:sldMasterId id="2147483910" r:id="rId7"/>
    <p:sldMasterId id="2147483915" r:id="rId8"/>
    <p:sldMasterId id="2147483921" r:id="rId9"/>
  </p:sldMasterIdLst>
  <p:notesMasterIdLst>
    <p:notesMasterId r:id="rId18"/>
  </p:notesMasterIdLst>
  <p:handoutMasterIdLst>
    <p:handoutMasterId r:id="rId19"/>
  </p:handoutMasterIdLst>
  <p:sldIdLst>
    <p:sldId id="256" r:id="rId17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/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68"/>
            <p14:sldId id="2147483639"/>
            <p14:sldId id="261"/>
            <p14:sldId id="267"/>
            <p14:sldId id="2147483577"/>
            <p14:sldId id="2147483580"/>
            <p14:sldId id="1432"/>
            <p14:sldId id="1451"/>
          </p14:sldIdLst>
        </p14:section>
        <p14:section name="结束页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E9002F"/>
    <a:srgbClr val="595757"/>
    <a:srgbClr val="221815"/>
    <a:srgbClr val="888888"/>
    <a:srgbClr val="898989"/>
    <a:srgbClr val="B5B5B5"/>
    <a:srgbClr val="DDDDDD"/>
    <a:srgbClr val="D0E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0" d="100"/>
          <a:sy n="80" d="100"/>
        </p:scale>
        <p:origin x="120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tableStyles" Target="tableStyles.xml"/><Relationship Id="rId10" Type="http://schemas.openxmlformats.org/officeDocument/2006/relationships/slide" Target="slides/slide1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2800404092088388"/>
          <c:y val="0.34002595962504667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16-4F39-B14C-403F327DEA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 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C16-4F39-B14C-403F327DEA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8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1741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C16-4F39-B14C-403F327DE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6960"/>
        <c:axId val="-31034784"/>
      </c:barChart>
      <c:catAx>
        <c:axId val="-31036960"/>
        <c:scaling>
          <c:orientation val="minMax"/>
        </c:scaling>
        <c:delete val="1"/>
        <c:axPos val="b"/>
        <c:numFmt formatCode="#,##0.00_);[Red]\(#,##0.00\)" sourceLinked="0"/>
        <c:majorTickMark val="none"/>
        <c:minorTickMark val="none"/>
        <c:tickLblPos val="nextTo"/>
        <c:crossAx val="-31034784"/>
        <c:crosses val="autoZero"/>
        <c:auto val="1"/>
        <c:lblAlgn val="ctr"/>
        <c:lblOffset val="100"/>
        <c:noMultiLvlLbl val="0"/>
      </c:catAx>
      <c:valAx>
        <c:axId val="-31034784"/>
        <c:scaling>
          <c:orientation val="minMax"/>
          <c:min val="1000"/>
        </c:scaling>
        <c:delete val="1"/>
        <c:axPos val="l"/>
        <c:numFmt formatCode="General" sourceLinked="1"/>
        <c:majorTickMark val="none"/>
        <c:minorTickMark val="none"/>
        <c:tickLblPos val="nextTo"/>
        <c:crossAx val="-31036960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13216524135001001"/>
          <c:y val="6.5122153775207706E-2"/>
          <c:w val="0.76917525852060697"/>
          <c:h val="0.651496096769862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Capacity</c:v>
                </c:pt>
              </c:strCache>
            </c:strRef>
          </c:tx>
          <c:spPr>
            <a:gradFill flip="none" rotWithShape="1">
              <a:gsLst>
                <a:gs pos="0">
                  <a:schemeClr val="bg1">
                    <a:lumMod val="60000"/>
                    <a:lumOff val="40000"/>
                  </a:schemeClr>
                </a:gs>
                <a:gs pos="50000">
                  <a:schemeClr val="bg1">
                    <a:lumMod val="40000"/>
                    <a:lumOff val="60000"/>
                  </a:schemeClr>
                </a:gs>
                <a:gs pos="100000">
                  <a:schemeClr val="tx2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00-4DC1-85EA-D9D30B0B30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列1</c:v>
                </c:pt>
              </c:strCache>
            </c:strRef>
          </c:tx>
          <c:spPr>
            <a:gradFill flip="none" rotWithShape="1">
              <a:gsLst>
                <a:gs pos="0">
                  <a:schemeClr val="accent1">
                    <a:shade val="76000"/>
                  </a:schemeClr>
                </a:gs>
                <a:gs pos="75000">
                  <a:schemeClr val="accent1">
                    <a:shade val="76000"/>
                    <a:lumMod val="60000"/>
                    <a:lumOff val="40000"/>
                  </a:schemeClr>
                </a:gs>
                <a:gs pos="51000">
                  <a:schemeClr val="accent1">
                    <a:shade val="76000"/>
                    <a:alpha val="75000"/>
                  </a:schemeClr>
                </a:gs>
                <a:gs pos="100000">
                  <a:schemeClr val="accent1">
                    <a:shade val="76000"/>
                    <a:lumMod val="20000"/>
                    <a:lumOff val="80000"/>
                    <a:alpha val="15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无EMS</c:v>
                </c:pt>
                <c:pt idx="1">
                  <c:v>有EMS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1">
                  <c:v>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00-4DC1-85EA-D9D30B0B30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75"/>
        <c:overlap val="74"/>
        <c:axId val="-31033696"/>
        <c:axId val="-31032064"/>
      </c:barChart>
      <c:catAx>
        <c:axId val="-3103369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-31032064"/>
        <c:crosses val="autoZero"/>
        <c:auto val="1"/>
        <c:lblAlgn val="ctr"/>
        <c:lblOffset val="100"/>
        <c:noMultiLvlLbl val="0"/>
      </c:catAx>
      <c:valAx>
        <c:axId val="-31032064"/>
        <c:scaling>
          <c:orientation val="minMax"/>
          <c:max val="150"/>
          <c:min val="5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tx1">
                      <a:lumMod val="5000"/>
                      <a:lumOff val="9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-31033696"/>
        <c:crosses val="autoZero"/>
        <c:crossBetween val="between"/>
        <c:majorUnit val="500"/>
        <c:minorUnit val="500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1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5000"/>
                <a:lumOff val="95000"/>
              </a:schemeClr>
            </a:gs>
            <a:gs pos="0">
              <a:schemeClr val="tx1">
                <a:lumMod val="25000"/>
                <a:lumOff val="7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2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kern="0" noProof="1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6589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中国排名前二的综合证券机构之一，拥有超过20,000台虚拟机和2,500台服务器，由于VMware价格上涨且无法提供服务支持，他们希望寻找一个替代的虚拟化平台来取代VMware。自2023年以来，DCS一直在进行POC测试，现已启动生产虚拟化迁移。迁移速度已从最初的1小时缩短至不到10分钟，从每天20台虚拟机提升至每天300台虚拟机，且迁移成功率达到了100%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329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F7BFC6-8DB9-4EE2-A166-DA3D86E303D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04761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rPr>
              <a:pPr marL="0" marR="0" lvl="0" indent="0" algn="r" defTabSz="9144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7622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zh-CN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上海浦东发展银行简称浦发银行，是除六大行之外排名前二的全国股份制商业银行，集团资产总额达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62,896.06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亿元以上，其在世界五百强中排名第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227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位（</a:t>
            </a:r>
            <a:r>
              <a:rPr lang="en-US" altLang="zh-CN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2018</a:t>
            </a:r>
            <a:r>
              <a:rPr lang="zh-CN" alt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年）。</a:t>
            </a:r>
            <a:endParaRPr lang="en-US" altLang="zh-CN" sz="1600" dirty="0">
              <a:effectLst/>
            </a:endParaRPr>
          </a:p>
          <a:p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随着数字经济的快速发展，银行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系统的交易量明显提升，尤其是在双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等业务高峰期会带来显著的交易量增加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飞速增长的业务交易对数据基础设施提出更高的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要求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、“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系统稳定性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”既是银行数据中心的核心要求，也是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浦发银行信用卡智能升级项目核心考量指标之一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。保障业务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24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小时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中断，用户在日常场景及双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11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等高峰期场景下交易安心可靠，是浦发银行的核心价值所在。</a:t>
            </a:r>
            <a:endParaRPr lang="en-US" altLang="zh-CN" sz="1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节能环保是未来可持续发展的主航道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。当前存储系统存在大量高峰期资源抢占和空闲时资源浪费，大量冗余数据占用许多存储及电力资源。响应国家号召，节能刻不容缓。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1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</a:p>
          <a:p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采用华为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全闪存解决方案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存储性能领先现网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3.5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倍，支撑交易数据库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TPS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增长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倍，保障交易业务平稳运行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采用业界领先的高端全闪存和</a:t>
            </a:r>
            <a:r>
              <a:rPr lang="en-US" altLang="zh-CN" sz="1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NoF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方案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，显著提升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毫秒级存储响应速度。</a:t>
            </a:r>
            <a:endParaRPr lang="en-US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121930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具备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容忍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块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同时故障、控制器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坏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等持续稳定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特性，并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实现“存储层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数据库层”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双层数据保护方案，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两地三中心数据保护</a:t>
            </a:r>
            <a:r>
              <a:rPr lang="en-US" altLang="zh-CN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+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基于应用层</a:t>
            </a:r>
            <a:r>
              <a:rPr lang="zh-CN" altLang="en-US" sz="1600" kern="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Wingdings" panose="05000000000000000000" pitchFamily="2" charset="2"/>
              </a:rPr>
              <a:t>可靠性双保险，共同确保业务永不中断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zh-CN" sz="16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6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-US" altLang="zh-CN" sz="16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全闪存基于</a:t>
            </a:r>
            <a:r>
              <a:rPr lang="en-US" altLang="zh-CN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lang="zh-CN" altLang="en-US" sz="16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算法主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学习银行业务的数据路径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，提高数据预读命中率；智能重删压缩大大降低存储及电力资源消耗；三层智能管理系统实现数据全生命周期管理，降低运维成本。整体实现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机柜空间缩减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72%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电费缩减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66%OPEX</a:t>
            </a:r>
            <a:r>
              <a:rPr lang="zh-CN" altLang="en-US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缩减</a:t>
            </a:r>
            <a:r>
              <a:rPr lang="zh-CN" altLang="zh-CN" sz="1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endParaRPr lang="zh-CN" altLang="en-US" sz="1600" dirty="0"/>
          </a:p>
          <a:p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6689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【客户介绍】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利雅得银行（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Riyad Bank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）沙特阿拉伯最大的金融机构，资产排名第三，于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1957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年创建，沙特政府占股达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51%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，受沙特阿拉伯货币协会监管，拥有较强的企业和零售银行业务专营权，以及领先的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ATM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网络。利雅得银行在《福布斯》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2014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年全球企业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2000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强中排名第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735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位。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【客户痛点】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需要存储来承载银行的部分核心系统业务，所以，存储必须同时满足高可靠性和高性能的需求，例如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个甚至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以上的高可用，稳定的低时延，易于维护等等特性。</a:t>
            </a:r>
          </a:p>
          <a:p>
            <a:pPr lvl="0"/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其次，在数字化转型过程中，不仅仅是选择存储硬件，也是在选择存储供应商，希望可以选择出稳定和长期的合作伙伴，一起应对数字化转型过程中出现的各种不确定性。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【解决方案】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2019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年，客户就开始接触华为，了解华为存储和网络等解决方案。在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月份，受邀参加了华为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大会，对华为整体的综合实力印象深刻。同年，客户选择了华为分支网络解决方案，同时通过，华为</a:t>
            </a:r>
            <a:r>
              <a:rPr lang="en-US" altLang="zh-CN" sz="36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全闪存存储较好的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测试表现和卓越的性能，我们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选择其用于邮件系统的存储，全自动化迁移，完备的软件功能和超凡的可靠性，都足以让我们再次选择华为存储。</a:t>
            </a:r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年，我们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在核心数据库和虚拟化平台上，也使用了华为</a:t>
            </a:r>
            <a:r>
              <a:rPr lang="en-US" altLang="zh-CN" sz="36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OceanStor</a:t>
            </a:r>
            <a:r>
              <a:rPr lang="en-US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Dorado</a:t>
            </a:r>
            <a:r>
              <a:rPr lang="zh-CN" altLang="zh-CN" sz="36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全闪存。</a:t>
            </a:r>
            <a:endParaRPr lang="en-US" altLang="zh-CN" sz="36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华为存储哪些点满足了客户需求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benefits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是什么？ 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、极致可靠：全互联架构，保证设备本身没有单点故障；同时多引擎间实现内双活、设备间外双活，保障业务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7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的可靠性；快速重构，确保数据持续安全。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、极致性能：即使业务峰值期间，存储延迟稳定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1ms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内，为银行各系统平台提供稳定性能的同时，也从另外一个侧面保障了业务系统的平稳可靠运行。</a:t>
            </a:r>
          </a:p>
          <a:p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、化繁为简：无网关双活，满足可靠性的诉求前提下，简化硬件组网复杂度；出现故障后能够尽量自愈（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SSD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故障后，除了快速重构外，还有缩列重构，实现</a:t>
            </a:r>
            <a:r>
              <a:rPr lang="en-US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RAID</a:t>
            </a:r>
            <a:r>
              <a:rPr lang="zh-CN" altLang="zh-CN" sz="36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级别不降低，无需人为过多干预）</a:t>
            </a:r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altLang="zh-CN" sz="36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到现在，客户采购了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套 </a:t>
            </a:r>
            <a:r>
              <a:rPr kumimoji="0" lang="en-US" altLang="zh-CN" sz="4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OceanStor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Dorado 18000 V6</a:t>
            </a:r>
            <a:r>
              <a:rPr lang="zh-CN" altLang="en-US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，三套用于邮箱系统，另外三套用于 </a:t>
            </a:r>
            <a:r>
              <a:rPr lang="en-US" altLang="zh-CN" sz="4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CORE banking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CD52FFA-E8C6-45E6-810D-D0F2CEE8C58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12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2F8733E-C4C9-8D4D-8DDA-CAB265AC0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DBC59C-CE55-E340-A3AE-F88AAF0D75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4" name="L 形 17">
            <a:extLst>
              <a:ext uri="{FF2B5EF4-FFF2-40B4-BE49-F238E27FC236}">
                <a16:creationId xmlns:a16="http://schemas.microsoft.com/office/drawing/2014/main" id="{3049C48A-4CAE-8940-8A29-89DE0543DF4C}"/>
              </a:ext>
            </a:extLst>
          </p:cNvPr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908F03-BBCC-164B-BE54-2E836D6E7C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3BE9F9B-07D9-DD4C-9CEF-250804A414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A299E5-0026-5A42-88AA-B3A7F29D3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42669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2D1BCC-0781-514D-8FE8-12F4AF64BC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960DD1-8AC3-8F46-9D2D-BF81187F43FC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102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 dirty="0">
                <a:cs typeface="+mn-ea"/>
                <a:sym typeface="+mn-lt"/>
              </a:rPr>
              <a:t>*</a:t>
            </a:r>
            <a:r>
              <a:rPr lang="zh-CN" altLang="en-US" dirty="0"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342083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2175" y="1709739"/>
            <a:ext cx="10519708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2175" y="4589464"/>
            <a:ext cx="10519708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45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528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4611" y="1825625"/>
            <a:ext cx="5183624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775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6" y="365126"/>
            <a:ext cx="10519708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40117" y="1681163"/>
            <a:ext cx="51598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40117" y="2505075"/>
            <a:ext cx="5159802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4611" y="1681163"/>
            <a:ext cx="518521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4611" y="2505075"/>
            <a:ext cx="5185213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752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9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786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641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0117" y="457200"/>
            <a:ext cx="393377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5213" y="987426"/>
            <a:ext cx="617461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40117" y="2057400"/>
            <a:ext cx="393377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303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52B009E-B7BF-4A75-8D8B-CAED8D3602C1}"/>
              </a:ext>
            </a:extLst>
          </p:cNvPr>
          <p:cNvSpPr/>
          <p:nvPr userDrawn="1"/>
        </p:nvSpPr>
        <p:spPr>
          <a:xfrm>
            <a:off x="10515099" y="6488602"/>
            <a:ext cx="1003801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zh-CN"/>
            </a:defPPr>
            <a:lvl1pPr marL="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6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2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83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07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*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uLnTx/>
                <a:uFillTx/>
                <a:cs typeface="+mn-ea"/>
                <a:sym typeface="+mn-lt"/>
              </a:rPr>
              <a:t>仅限内部宣传</a:t>
            </a:r>
          </a:p>
        </p:txBody>
      </p:sp>
    </p:spTree>
    <p:extLst>
      <p:ext uri="{BB962C8B-B14F-4D97-AF65-F5344CB8AC3E}">
        <p14:creationId xmlns:p14="http://schemas.microsoft.com/office/powerpoint/2010/main" val="4365950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8309" y="365125"/>
            <a:ext cx="2629927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527" y="365125"/>
            <a:ext cx="773732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878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69625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5516" y="369427"/>
            <a:ext cx="10795650" cy="35924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24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4" y="1512881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172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 sz="17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630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639" algn="ctr"/>
              </a:tabLst>
              <a:defRPr sz="1597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258" marR="0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639" algn="ctr"/>
              </a:tabLst>
              <a:defRPr sz="1296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4pPr>
            <a:lvl5pPr marL="525220" indent="-170955">
              <a:buFont typeface="Arial" panose="020B0604020202020204" pitchFamily="34" charset="0"/>
              <a:buChar char="•"/>
              <a:tabLst>
                <a:tab pos="1206971" algn="ctr"/>
              </a:tabLst>
              <a:defRPr sz="1296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630" marR="0" lvl="1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58" marR="0" lvl="2" indent="-168074" algn="l" defTabSz="11863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639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47964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1192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7"/>
              </a:lnSpc>
              <a:spcBef>
                <a:spcPts val="0"/>
              </a:spcBef>
              <a:buNone/>
              <a:defRPr sz="3197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188" indent="0" algn="ctr">
              <a:buNone/>
              <a:defRPr sz="2595"/>
            </a:lvl2pPr>
            <a:lvl3pPr marL="1186373" indent="0" algn="ctr">
              <a:buNone/>
              <a:defRPr sz="2335"/>
            </a:lvl3pPr>
            <a:lvl4pPr marL="1779562" indent="0" algn="ctr">
              <a:buNone/>
              <a:defRPr sz="2076"/>
            </a:lvl4pPr>
            <a:lvl5pPr marL="2372749" indent="0" algn="ctr">
              <a:buNone/>
              <a:defRPr sz="2076"/>
            </a:lvl5pPr>
            <a:lvl6pPr marL="2965935" indent="0" algn="ctr">
              <a:buNone/>
              <a:defRPr sz="2076"/>
            </a:lvl6pPr>
            <a:lvl7pPr marL="3559122" indent="0" algn="ctr">
              <a:buNone/>
              <a:defRPr sz="2076"/>
            </a:lvl7pPr>
            <a:lvl8pPr marL="4152310" indent="0" algn="ctr">
              <a:buNone/>
              <a:defRPr sz="2076"/>
            </a:lvl8pPr>
            <a:lvl9pPr marL="4745496" indent="0" algn="ctr">
              <a:buNone/>
              <a:defRPr sz="2076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18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348557"/>
            <a:ext cx="10740640" cy="5228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52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575" y="1065213"/>
            <a:ext cx="10180910" cy="74578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3129" y="1268436"/>
            <a:ext cx="5181507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924" y="1268436"/>
            <a:ext cx="5183624" cy="4752975"/>
          </a:xfrm>
          <a:prstGeom prst="rect">
            <a:avLst/>
          </a:prstGeo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01226737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8"/>
              </a:lnSpc>
              <a:spcBef>
                <a:spcPts val="0"/>
              </a:spcBef>
              <a:buNone/>
              <a:defRPr sz="31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508" indent="0" algn="ctr">
              <a:buNone/>
              <a:defRPr sz="2596"/>
            </a:lvl2pPr>
            <a:lvl3pPr marL="1187016" indent="0" algn="ctr">
              <a:buNone/>
              <a:defRPr sz="2337"/>
            </a:lvl3pPr>
            <a:lvl4pPr marL="1780527" indent="0" algn="ctr">
              <a:buNone/>
              <a:defRPr sz="2077"/>
            </a:lvl4pPr>
            <a:lvl5pPr marL="2374035" indent="0" algn="ctr">
              <a:buNone/>
              <a:defRPr sz="2077"/>
            </a:lvl5pPr>
            <a:lvl6pPr marL="2967543" indent="0" algn="ctr">
              <a:buNone/>
              <a:defRPr sz="2077"/>
            </a:lvl6pPr>
            <a:lvl7pPr marL="3561051" indent="0" algn="ctr">
              <a:buNone/>
              <a:defRPr sz="2077"/>
            </a:lvl7pPr>
            <a:lvl8pPr marL="4154562" indent="0" algn="ctr">
              <a:buNone/>
              <a:defRPr sz="2077"/>
            </a:lvl8pPr>
            <a:lvl9pPr marL="4748069" indent="0" algn="ctr">
              <a:buNone/>
              <a:defRPr sz="2077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3" y="1512876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27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 sz="1798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10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294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7853" marR="0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294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4pPr>
            <a:lvl5pPr marL="525504" indent="-171047">
              <a:buFont typeface="Arial" panose="020B0604020202020204" pitchFamily="34" charset="0"/>
              <a:buChar char="•"/>
              <a:tabLst>
                <a:tab pos="1207624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10" marR="0" lvl="1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853" marR="0" lvl="2" indent="-168164" algn="l" defTabSz="11870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294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613293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30364" y="218039"/>
            <a:ext cx="11270102" cy="504775"/>
          </a:xfrm>
          <a:prstGeom prst="rect">
            <a:avLst/>
          </a:prstGeom>
        </p:spPr>
        <p:txBody>
          <a:bodyPr lIns="121883" tIns="60944" rIns="121883" bIns="60944" anchor="ctr"/>
          <a:lstStyle>
            <a:lvl1pPr>
              <a:defRPr sz="2799">
                <a:solidFill>
                  <a:srgbClr val="C0000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5" name="Rectangle 68"/>
          <p:cNvSpPr>
            <a:spLocks noGrp="1" noChangeArrowheads="1"/>
          </p:cNvSpPr>
          <p:nvPr>
            <p:ph idx="1"/>
          </p:nvPr>
        </p:nvSpPr>
        <p:spPr bwMode="auto">
          <a:xfrm>
            <a:off x="430364" y="792485"/>
            <a:ext cx="11270102" cy="54872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118" tIns="40058" rIns="80118" bIns="40058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 level</a:t>
            </a:r>
            <a:endParaRPr lang="zh-CN" altLang="en-US" dirty="0"/>
          </a:p>
          <a:p>
            <a:pPr lvl="2"/>
            <a:r>
              <a:rPr lang="en-US" altLang="zh-CN" dirty="0"/>
              <a:t>Third 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6834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148204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BBB338-CCAC-4E2F-A57C-D5692742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4788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3FBCED5-2E1D-428E-A7D8-361865B98740}" type="datetimeFigureOut">
              <a:rPr lang="zh-CN" altLang="en-US"/>
              <a:pPr>
                <a:defRPr/>
              </a:pPr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29DB23-79FA-498E-AD7E-A3F01139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8" y="6356350"/>
            <a:ext cx="4116387" cy="365125"/>
          </a:xfrm>
          <a:prstGeom prst="rect">
            <a:avLst/>
          </a:prstGeom>
        </p:spPr>
        <p:txBody>
          <a:bodyPr/>
          <a:lstStyle>
            <a:lvl1pPr defTabSz="914478"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FF3E1F-E407-4E21-920B-1B5D6020F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0"/>
            <a:ext cx="2744788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latin typeface="Arial" panose="020B0604020202020204" pitchFamily="34" charset="0"/>
              </a:defRPr>
            </a:lvl1pPr>
          </a:lstStyle>
          <a:p>
            <a:fld id="{DE042A4F-11C1-4429-B1CD-EE192D8EE687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9282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545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516330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19194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2860F8-CB08-5492-3F94-78379226A5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5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03" b="2308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6099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5787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CD5DDA-E9BB-45B2-A94E-92C91120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3252FBED-35F5-4301-B6BA-1363A7A6A473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FB18B4A-F3F7-49AC-9C68-A424718E8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0189" y="6356352"/>
            <a:ext cx="4116387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DFB45F-4FC7-49C0-AF61-CB219DE10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3775" y="6356352"/>
            <a:ext cx="2744788" cy="365125"/>
          </a:xfrm>
          <a:prstGeom prst="rect">
            <a:avLst/>
          </a:prstGeom>
        </p:spPr>
        <p:txBody>
          <a:bodyPr/>
          <a:lstStyle/>
          <a:p>
            <a:fld id="{4A0A36B2-D27B-4CC2-8841-450704C170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7844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jpe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4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6.tiff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2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6.tiff"/><Relationship Id="rId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19181AA-8E93-7743-ADEB-8A06A0DFC13A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8B5C1-4D37-8442-902D-D86F9BBDE27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92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969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792140-33FB-E045-9071-EE8DB65F2A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DBB7E-1E77-4C7A-8971-18DDA665C298}" type="datetimeFigureOut">
              <a:rPr lang="zh-CN" altLang="en-US" smtClean="0"/>
              <a:t>2026/5/28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1BFC5E-33A0-42F3-8CA6-1B0DB064B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797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4" r:id="rId1"/>
    <p:sldLayoutId id="2147483895" r:id="rId2"/>
    <p:sldLayoutId id="2147483896" r:id="rId3"/>
    <p:sldLayoutId id="2147483897" r:id="rId4"/>
    <p:sldLayoutId id="2147483898" r:id="rId5"/>
    <p:sldLayoutId id="2147483899" r:id="rId6"/>
    <p:sldLayoutId id="2147483900" r:id="rId7"/>
    <p:sldLayoutId id="2147483901" r:id="rId8"/>
    <p:sldLayoutId id="2147483902" r:id="rId9"/>
    <p:sldLayoutId id="2147483903" r:id="rId10"/>
    <p:sldLayoutId id="2147483904" r:id="rId11"/>
    <p:sldLayoutId id="21474839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5478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58">
          <p15:clr>
            <a:srgbClr val="F26B43"/>
          </p15:clr>
        </p15:guide>
        <p15:guide id="4" pos="7225">
          <p15:clr>
            <a:srgbClr val="F26B43"/>
          </p15:clr>
        </p15:guide>
        <p15:guide id="5" orient="horz" pos="4100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56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  <p:sldLayoutId id="2147483912" r:id="rId2"/>
    <p:sldLayoutId id="2147483913" r:id="rId3"/>
    <p:sldLayoutId id="2147483914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660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6">
            <a:extLst>
              <a:ext uri="{FF2B5EF4-FFF2-40B4-BE49-F238E27FC236}">
                <a16:creationId xmlns:a16="http://schemas.microsoft.com/office/drawing/2014/main" id="{7A2EB454-5961-FAA0-7FCF-DF178D6314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378" y="630239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62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2" r:id="rId1"/>
    <p:sldLayoutId id="2147483923" r:id="rId2"/>
    <p:sldLayoutId id="2147483924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5.png"/><Relationship Id="rId4" Type="http://schemas.openxmlformats.org/officeDocument/2006/relationships/image" Target="../media/image59.png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drawing/2010/main" xmlns:ns5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451" name="标题 1">
            <ns1:extLst>
              <ns1:ext uri="{FF2B5EF4-FFF2-40B4-BE49-F238E27FC236}">
                <ns2:creationId id="{8AD32590-3C3E-4E2F-AE85-34671119222A}"/>
              </ns1:ext>
            </ns1:extLst>
          </ns0:cNvPr>
          <ns0:cNvSpPr txBox="1">
            <ns1:spLocks/>
          </ns0:cNvSpPr>
          <ns0:nvPr/>
        </ns0:nvSpPr>
        <ns0:spPr>
          <ns1:xfrm>
            <ns1:off x="596899" y="237653"/>
            <ns1:ext cx="11599863" cy="525377"/>
          </ns1:xfrm>
          <ns1:prstGeom prst="rect">
            <ns1:avLst/>
          </ns1:prstGeom>
        </ns0:spPr>
        <ns0:txBody>
          <ns1:bodyPr wrap="square" lIns="89977" tIns="46788" rIns="89977" bIns="46788">
            <ns1:spAutoFit/>
          </ns1:bodyPr>
          <ns1:lstStyle>
            <ns1:defPPr>
              <ns1:defRPr lang="en-US"/>
            </ns1:defPPr>
            <ns1:lvl1pPr defTabSz="1219200">
              <ns1:spcBef>
                <ns1:spcPts val="0"/>
              </ns1:spcBef>
              <ns1:buNone/>
              <ns1:defRPr sz="2600" b="1">
                <ns1:solidFill>
                  <ns1:prstClr val="white"/>
                </ns1:solidFill>
                <ns1:effectLst>
                  <ns1:outerShdw blurRad="38100" dist="38100" dir="2700000" algn="tl">
                    <ns1:srgbClr val="000000">
                      <ns1:alpha val="43137"/>
                    </ns1:srgbClr>
                  </ns1:outerShdw>
                </ns1:effectLst>
                <ns1:latin typeface="Arial" panose="020B0604020202020204" pitchFamily="34" charset="0"/>
                <ns1:ea typeface="+mj-ea"/>
                <ns1:cs typeface="Arial" panose="020B0604020202020204" pitchFamily="34" charset="0"/>
              </ns1:defRPr>
            </ns1:lvl1pPr>
          </ns1:lstStyle>
          <ns1:p>
            <ns1:pPr marL="0" marR="0" lvl="0" indent="0" algn="l" defTabSz="1219200" rtl="0" eaLnBrk="1" fontAlgn="auto" latinLnBrk="0" hangingPunct="1">
              <ns1:lnSpc>
                <ns1:spcPct val="100000"/>
              </ns1:lnSpc>
              <ns1:spcBef>
                <ns1:spcPct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2800" b="1" i="0" u="none" strike="noStrike" kern="1200" cap="none" spc="0" normalizeH="0" baseline="0" noProof="0" dirty="0" err="1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OceanStor</ns1:t>
            </ns1:r>
            <ns1:r>
              <ns1:rPr kumimoji="0" lang="en-US" altLang="zh-CN" sz="28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 Dorado</ns1:t>
            </ns1:r>
            <ns1:r>
              <ns1:rPr kumimoji="0" lang="zh-CN" altLang="en-US" sz="28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全闪存助力利雅得银行核心银行业务</ns1:t>
            </ns1:r>
          </ns1:p>
        </ns0:txBody>
      </ns0:sp>
      <ns0:sp>
        <ns0:nvSpPr>
          <ns0:cNvPr id="452" name="1021973745">
            <ns1:extLst>
              <ns1:ext uri="{FF2B5EF4-FFF2-40B4-BE49-F238E27FC236}">
                <ns2:creationId id="{0F356D3B-B91D-45D0-BA6F-0F0DB08C3C0B}"/>
              </ns1:ext>
            </ns1:extLst>
          </ns0:cNvPr>
          <ns0:cNvSpPr/>
          <ns0:nvPr/>
        </ns0:nvSpPr>
        <ns0:spPr>
          <ns1:xfrm>
            <ns1:off x="596899" y="748990"/>
            <ns1:ext cx="8677730" cy="338554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l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利雅得银行，沙特阿拉伯最大的金融机构，资产排名第三</ns1:t>
            </ns1:r>
            <ns1:endParaRPr kumimoji="0" lang="en-US" altLang="zh-CN" sz="16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pic>
        <ns0:nvPicPr>
          <ns0:cNvPr id="94" name="Picture 2" descr="C:\Users\sky\Desktop\张静杰\分层\6\6.png">
            <ns1:extLst>
              <ns1:ext uri="{FF2B5EF4-FFF2-40B4-BE49-F238E27FC236}">
                <ns2:creationId id="{0E4802BB-D1F8-4B69-897F-A96B04BF7A4D}"/>
              </ns1:ext>
            </ns1:extLst>
          </ns0:cNvPr>
          <ns0:cNvPicPr>
            <ns1:picLocks noChangeAspect="1" noChangeArrowheads="1"/>
          </ns0:cNvPicPr>
          <ns0:nvPr/>
        </ns0:nvPicPr>
        <ns0:blipFill>
          <ns1:blip ns3:embed="rId3" cstate="print">
            <ns1:extLst>
              <ns1:ext uri="{28A0092B-C50C-407E-A947-70E740481C1C}">
                <ns4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5565930" y="2840510"/>
            <ns1:ext cx="937889" cy="1786175"/>
          </ns1:xfrm>
          <ns1:prstGeom prst="rect">
            <ns1:avLst/>
          </ns1:prstGeom>
          <ns1:noFill/>
          <ns1:effectLst/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</ns1:extLst>
        </ns0:spPr>
      </ns0:pic>
      <ns0:sp>
        <ns0:nvSpPr>
          <ns0:cNvPr id="95" name="403326239">
            <ns1:extLst>
              <ns1:ext uri="{FF2B5EF4-FFF2-40B4-BE49-F238E27FC236}">
                <ns2:creationId id="{A4ABD346-5FBD-4EAE-8F4E-C7F471CE5573}"/>
              </ns1:ext>
            </ns1:extLst>
          </ns0:cNvPr>
          <ns0:cNvSpPr/>
          <ns0:nvPr/>
        </ns0:nvSpPr>
        <ns0:spPr>
          <ns1:xfrm>
            <ns1:off x="5455509" y="3471988"/>
            <ns1:ext cx="1322798" cy="523220"/>
          </ns1:xfrm>
          <ns1:prstGeom prst="rect">
            <ns1:avLst/>
          </ns1:prstGeom>
          <ns1:noFill/>
          <ns1:ln w="9525"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none" rtlCol="0" anchor="ctr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块2</ns1:t>
            </ns1:r>
          </ns1:p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描述行1；描述行2</ns1:t>
            </ns1:r>
            <ns1:r>
              <ns1:rPr kumimoji="0" lang="zh-CN" altLang="en-US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</ns1:p>
        </ns0:txBody>
      </ns0:sp>
      <ns0:pic>
        <ns0:nvPicPr>
          <ns0:cNvPr id="113" name="图片 112">
            <ns1:extLst>
              <ns1:ext uri="{FF2B5EF4-FFF2-40B4-BE49-F238E27FC236}">
                <ns2:creationId id="{207C1845-21DE-494B-8DBE-D399F262CAEC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6511937" y="1275033"/>
            <ns1:ext cx="2520000" cy="836557"/>
          </ns1:xfrm>
          <ns1:prstGeom prst="rect">
            <ns1:avLst/>
          </ns1:prstGeom>
          <ns1:ln>
            <ns1:noFill/>
          </ns1:ln>
          <ns1:effectLst>
            <ns1:softEdge rad="112500"/>
          </ns1:effectLst>
        </ns0:spPr>
      </ns0:pic>
      <ns0:pic>
        <ns0:nvPicPr>
          <ns0:cNvPr id="230" name="图片 229" descr="12">
            <ns1:extLst>
              <ns1:ext uri="{FF2B5EF4-FFF2-40B4-BE49-F238E27FC236}">
                <ns2:creationId id="{89317AFC-8168-4EA4-9BC3-7792339AA7B2}"/>
              </ns1:ext>
            </ns1:extLst>
          </ns0:cNvPr>
          <ns0:cNvPicPr>
            <ns1:picLocks/>
          </ns0:cNvPicPr>
          <ns0:nvPr/>
        </ns0:nvPicPr>
        <ns0:blipFill>
          <ns1:blip ns3:embed="rId5"/>
          <ns1:stretch>
            <ns1:fillRect/>
          </ns1:stretch>
        </ns0:blipFill>
        <ns0:spPr>
          <ns1:xfrm rot="9069755" flipH="1">
            <ns1:off x="3417620" y="5573931"/>
            <ns1:ext cx="795758" cy="174888"/>
          </ns1:xfrm>
          <ns1:prstGeom prst="rect">
            <ns1:avLst/>
          </ns1:prstGeom>
        </ns0:spPr>
      </ns0:pic>
      <ns0:pic>
        <ns0:nvPicPr>
          <ns0:cNvPr id="114" name="Picture 19" descr="\\Bchief-sever180\共享\华为\2016\6月\D-201606417-金融营销材料设计-刘泉\文件\link\组 26.png">
            <ns1:extLst>
              <ns1:ext uri="{FF2B5EF4-FFF2-40B4-BE49-F238E27FC236}">
                <ns2:creationId id="{BD4C95C8-C9FF-4CD9-92C4-4076933560FB}"/>
              </ns1:ext>
            </ns1:extLst>
          </ns0:cNvPr>
          <ns0:cNvPicPr>
            <ns1:picLocks noChangeAspect="1" noChangeArrowheads="1"/>
          </ns0:cNvPicPr>
          <ns0:nvPr/>
        </ns0:nvPicPr>
        <ns0:blipFill>
          <ns1:blip ns3:embed="rId6" cstate="print">
            <ns1:lum bright="-10000" contrast="5000"/>
          </ns1:blip>
          <ns1:srcRect/>
          <ns1:stretch>
            <ns1:fillRect/>
          </ns1:stretch>
        </ns0:blipFill>
        <ns0:spPr bwMode="auto">
          <ns1:xfrm>
            <ns1:off x="284499" y="3806354"/>
            <ns1:ext cx="5596825" cy="1329453"/>
          </ns1:xfrm>
          <ns1:prstGeom prst="rect">
            <ns1:avLst/>
          </ns1:prstGeom>
          <ns1:noFill/>
        </ns0:spPr>
      </ns0:pic>
      <ns0:pic>
        <ns0:nvPicPr>
          <ns0:cNvPr id="52" name="Picture 7" descr="C:\Users\Administrator\Desktop\54654.png">
            <ns1:extLst>
              <ns1:ext uri="{FF2B5EF4-FFF2-40B4-BE49-F238E27FC236}">
                <ns2:creationId id="{1EABB50E-037F-4398-A3D0-4213D6287551}"/>
              </ns1:ext>
            </ns1:extLst>
          </ns0:cNvPr>
          <ns0:cNvPicPr>
            <ns1:picLocks noChangeAspect="1" noChangeArrowheads="1"/>
          </ns0:cNvPicPr>
          <ns0:nvPr/>
        </ns0:nvPicPr>
        <ns0:blipFill>
          <ns1:blip ns3:embed="rId7">
            <ns1:extLst>
              <ns1:ext uri="{BEBA8EAE-BF5A-486C-A8C5-ECC9F3942E4B}">
                <ns4:imgProps>
                  <ns4:imgLayer ns3:embed="rId8">
                    <ns4:imgEffect>
                      <ns4:saturation sat="400000"/>
                    </ns4:imgEffect>
                  </ns4:imgLayer>
                </ns4:imgProps>
              </ns1:ext>
              <ns1:ext uri="{28A0092B-C50C-407E-A947-70E740481C1C}">
                <ns4:useLocalDpi val="0"/>
              </ns1:ext>
            </ns1:extLst>
          </ns1:blip>
          <ns1:srcRect/>
          <ns1:stretch>
            <ns1:fillRect/>
          </ns1:stretch>
        </ns0:blipFill>
        <ns0:spPr bwMode="auto">
          <ns1:xfrm>
            <ns1:off x="639768" y="2726817"/>
            <ns1:ext cx="5031544" cy="1716049"/>
          </ns1:xfrm>
          <ns1:prstGeom prst="rect">
            <ns1:avLst/>
          </ns1:prstGeom>
          <ns1:noFill/>
          <ns1:extLst>
            <ns1:ext uri="{909E8E84-426E-40DD-AFC4-6F175D3DCCD1}">
              <ns4:hiddenFill>
                <ns1:solidFill>
                  <ns1:srgbClr val="FFFFFF"/>
                </ns1:solidFill>
              </ns4:hiddenFill>
            </ns1:ext>
          </ns1:extLst>
        </ns0:spPr>
      </ns0:pic>
      <ns0:sp>
        <ns0:nvSpPr>
          <ns0:cNvPr id="55" name="TextBox 18">
            <ns1:extLst>
              <ns1:ext uri="{FF2B5EF4-FFF2-40B4-BE49-F238E27FC236}">
                <ns2:creationId id="{4C4852EA-CA81-4DE6-94E0-F7E1AE688D92}"/>
              </ns1:ext>
            </ns1:extLst>
          </ns0:cNvPr>
          <ns0:cNvSpPr txBox="1"/>
          <ns0:nvPr/>
        </ns0:nvSpPr>
        <ns0:spPr>
          <ns1:xfrm>
            <ns1:off x="1527587" y="4159349"/>
            <ns1:ext cx="3357312" cy="608751"/>
          </ns1:xfrm>
          <ns1:prstGeom prst="rect">
            <ns1:avLst/>
          </ns1:prstGeom>
          <ns1:noFill/>
          <ns1:ln>
            <ns1:noFill/>
          </ns1:ln>
        </ns0:spPr>
        <ns0:txBody>
          <ns1:bodyPr wrap="square" lIns="115184" tIns="57592" rIns="115184" bIns="57592" rtlCol="0">
            <ns1:spAutoFit/>
          </ns1:bodyPr>
          <ns1:lstStyle/>
          <ns1:p>
            <ns1:pPr marL="0" marR="0" lvl="0" indent="0" algn="ctr" defTabSz="91447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3DC</ns1:t>
            </ns1: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环形组网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(</ns1:t>
            </ns1:r>
            <ns1:r>
              <ns1:rPr kumimoji="0" lang="en-US" altLang="zh-CN" sz="1600" b="0" i="0" u="none" strike="noStrike" kern="1200" cap="none" spc="0" normalizeH="0" baseline="0" noProof="0" dirty="0" err="1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HyperMetro+Replication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)</ns1:t>
            </ns1:r>
          </ns1:p>
        </ns0:txBody>
      </ns0:sp>
      <ns0:sp>
        <ns0:nvSpPr>
          <ns0:cNvPr id="57" name="矩形 56">
            <ns1:extLst>
              <ns1:ext uri="{FF2B5EF4-FFF2-40B4-BE49-F238E27FC236}">
                <ns2:creationId id="{BDB3574D-5370-4487-9A96-4A7D495073B0}"/>
              </ns1:ext>
            </ns1:extLst>
          </ns0:cNvPr>
          <ns0:cNvSpPr/>
          <ns0:nvPr/>
        </ns0:nvSpPr>
        <ns0:spPr>
          <ns1:xfrm>
            <ns1:off x="4566429" y="2426281"/>
            <ns1:ext cx="754511" cy="161711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51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Red Hat</ns1:t>
            </ns1:r>
            <ns1:endParaRPr kumimoji="0" lang="zh-CN" altLang="en-US" sz="1051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59" name="椭圆 58">
            <ns1:extLst>
              <ns1:ext uri="{FF2B5EF4-FFF2-40B4-BE49-F238E27FC236}">
                <ns2:creationId id="{DD43D03C-7B73-483F-95EF-73773A6EEA50}"/>
              </ns1:ext>
            </ns1:extLst>
          </ns0:cNvPr>
          <ns0:cNvSpPr/>
          <ns0:nvPr/>
        </ns0:nvSpPr>
        <ns0:spPr>
          <ns1:xfrm>
            <ns1:off x="4604285" y="1827173"/>
            <ns1:ext cx="598880" cy="598880"/>
          </ns1:xfrm>
          <ns1:prstGeom prst="ellipse">
            <ns1:avLst/>
          </ns1:prstGeom>
          <ns1:gradFill flip="none" rotWithShape="1">
            <ns1:gsLst>
              <ns1:gs pos="0">
                <ns1:schemeClr val="bg1">
                  <ns1:lumMod val="75000"/>
                </ns1:schemeClr>
              </ns1:gs>
              <ns1:gs pos="100000">
                <ns1:schemeClr val="bg1">
                  <ns1:lumMod val="95000"/>
                </ns1:schemeClr>
              </ns1:gs>
            </ns1:gsLst>
            <ns1:lin ang="16200000" scaled="0"/>
          </ns1:gradFill>
          <ns1:ln>
            <ns1:noFill/>
          </ns1:ln>
        </ns0:spPr>
        <ns0:txBody>
          <ns1:bodyPr vert="horz" wrap="square" lIns="91385" tIns="45692" rIns="91385" bIns="45692" numCol="1" anchor="t" anchorCtr="0" compatLnSpc="1"/>
          <ns1:lstStyle/>
          <ns1:p>
            <ns1:pPr marL="0" marR="0" lvl="0" indent="0" algn="l" defTabSz="1219048" rtl="0" eaLnBrk="1" fontAlgn="auto" latinLnBrk="0" hangingPunct="1">
              <ns1:lnSpc>
                <ns1:spcPts val="5999"/>
              </ns1:lnSpc>
              <ns1:spcBef>
                <ns1:spcPts val="0"/>
              </ns1:spcBef>
              <ns1:spcAft>
                <ns1:spcPts val="0"/>
              </ns1:spcAft>
              <ns1:buClr>
                <ns1:srgbClr val="CC9900"/>
              </ns1:buClr>
              <ns1:buSzTx/>
              <ns1:buFontTx/>
              <ns1:buNone/>
              <ns1:tabLst/>
              <ns1:defRPr/>
            </ns1:pPr>
            <ns1:endParaRPr kumimoji="0" lang="zh-CN" altLang="en-US" sz="2399" b="0" i="0" u="none" strike="noStrike" kern="120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0" name="Freeform 163">
            <ns1:extLst>
              <ns1:ext uri="{FF2B5EF4-FFF2-40B4-BE49-F238E27FC236}">
                <ns2:creationId id="{637DAB7C-596F-4882-808B-06D3E03E1F54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4750763" y="1937739"/>
            <ns1:ext cx="304872" cy="377748"/>
          </ns1:xfrm>
          <ns1:custGeom>
            <ns1:avLst/>
            <ns1:gdLst>
              <ns1:gd name="T0" fmla="*/ 342 w 342"/>
              <ns1:gd name="T1" fmla="*/ 106 h 424"/>
              <ns1:gd name="T2" fmla="*/ 341 w 342"/>
              <ns1:gd name="T3" fmla="*/ 104 h 424"/>
              <ns1:gd name="T4" fmla="*/ 238 w 342"/>
              <ns1:gd name="T5" fmla="*/ 2 h 424"/>
              <ns1:gd name="T6" fmla="*/ 235 w 342"/>
              <ns1:gd name="T7" fmla="*/ 1 h 424"/>
              <ns1:gd name="T8" fmla="*/ 233 w 342"/>
              <ns1:gd name="T9" fmla="*/ 0 h 424"/>
              <ns1:gd name="T10" fmla="*/ 65 w 342"/>
              <ns1:gd name="T11" fmla="*/ 0 h 424"/>
              <ns1:gd name="T12" fmla="*/ 0 w 342"/>
              <ns1:gd name="T13" fmla="*/ 359 h 424"/>
              <ns1:gd name="T14" fmla="*/ 277 w 342"/>
              <ns1:gd name="T15" fmla="*/ 424 h 424"/>
              <ns1:gd name="T16" fmla="*/ 342 w 342"/>
              <ns1:gd name="T17" fmla="*/ 108 h 424"/>
              <ns1:gd name="T18" fmla="*/ 277 w 342"/>
              <ns1:gd name="T19" fmla="*/ 408 h 424"/>
              <ns1:gd name="T20" fmla="*/ 16 w 342"/>
              <ns1:gd name="T21" fmla="*/ 359 h 424"/>
              <ns1:gd name="T22" fmla="*/ 65 w 342"/>
              <ns1:gd name="T23" fmla="*/ 16 h 424"/>
              <ns1:gd name="T24" fmla="*/ 224 w 342"/>
              <ns1:gd name="T25" fmla="*/ 84 h 424"/>
              <ns1:gd name="T26" fmla="*/ 326 w 342"/>
              <ns1:gd name="T27" fmla="*/ 116 h 424"/>
              <ns1:gd name="T28" fmla="*/ 277 w 342"/>
              <ns1:gd name="T29" fmla="*/ 408 h 424"/>
              <ns1:gd name="T30" fmla="*/ 292 w 342"/>
              <ns1:gd name="T31" fmla="*/ 320 h 424"/>
              <ns1:gd name="T32" fmla="*/ 44 w 342"/>
              <ns1:gd name="T33" fmla="*/ 312 h 424"/>
              <ns1:gd name="T34" fmla="*/ 292 w 342"/>
              <ns1:gd name="T35" fmla="*/ 304 h 424"/>
              <ns1:gd name="T36" fmla="*/ 300 w 342"/>
              <ns1:gd name="T37" fmla="*/ 264 h 424"/>
              <ns1:gd name="T38" fmla="*/ 52 w 342"/>
              <ns1:gd name="T39" fmla="*/ 272 h 424"/>
              <ns1:gd name="T40" fmla="*/ 52 w 342"/>
              <ns1:gd name="T41" fmla="*/ 256 h 424"/>
              <ns1:gd name="T42" fmla="*/ 300 w 342"/>
              <ns1:gd name="T43" fmla="*/ 264 h 424"/>
              <ns1:gd name="T44" fmla="*/ 292 w 342"/>
              <ns1:gd name="T45" fmla="*/ 225 h 424"/>
              <ns1:gd name="T46" fmla="*/ 44 w 342"/>
              <ns1:gd name="T47" fmla="*/ 217 h 424"/>
              <ns1:gd name="T48" fmla="*/ 292 w 342"/>
              <ns1:gd name="T49" fmla="*/ 209 h 424"/>
              <ns1:gd name="T50" fmla="*/ 300 w 342"/>
              <ns1:gd name="T51" fmla="*/ 169 h 424"/>
              <ns1:gd name="T52" fmla="*/ 52 w 342"/>
              <ns1:gd name="T53" fmla="*/ 177 h 424"/>
              <ns1:gd name="T54" fmla="*/ 52 w 342"/>
              <ns1:gd name="T55" fmla="*/ 161 h 424"/>
              <ns1:gd name="T56" fmla="*/ 300 w 342"/>
              <ns1:gd name="T57" fmla="*/ 169 h 424"/>
              <ns1:gd name="T58" fmla="*/ 52 w 342"/>
              <ns1:gd name="T59" fmla="*/ 114 h 424"/>
              <ns1:gd name="T60" fmla="*/ 136 w 342"/>
              <ns1:gd name="T61" fmla="*/ 122 h 424"/>
              <ns1:gd name="T62" fmla="*/ 52 w 342"/>
              <ns1:gd name="T63" fmla="*/ 130 h 42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</ns1:cxnLst>
            <ns1:rect l="0" t="0" r="r" b="b"/>
            <ns1:pathLst>
              <ns1:path w="342" h="424">
                <ns1:moveTo>
                  <ns1:pt x="342" y="106"/>
                </ns1:moveTo>
                <ns1:cubicBezTo>
                  <ns1:pt x="342" y="106"/>
                  <ns1:pt x="342" y="106"/>
                  <ns1:pt x="342" y="106"/>
                </ns1:cubicBezTo>
                <ns1:cubicBezTo>
                  <ns1:pt x="342" y="106"/>
                  <ns1:pt x="341" y="105"/>
                  <ns1:pt x="341" y="104"/>
                </ns1:cubicBezTo>
                <ns1:cubicBezTo>
                  <ns1:pt x="341" y="104"/>
                  <ns1:pt x="341" y="104"/>
                  <ns1:pt x="341" y="104"/>
                </ns1:cubicBezTo>
                <ns1:cubicBezTo>
                  <ns1:pt x="341" y="103"/>
                  <ns1:pt x="340" y="103"/>
                  <ns1:pt x="340" y="102"/>
                </ns1:cubicBezTo>
                <ns1:cubicBezTo>
                  <ns1:pt x="238" y="2"/>
                  <ns1:pt x="238" y="2"/>
                  <ns1:pt x="238" y="2"/>
                </ns1:cubicBezTo>
                <ns1:cubicBezTo>
                  <ns1:pt x="237" y="2"/>
                  <ns1:pt x="237" y="1"/>
                  <ns1:pt x="236" y="1"/>
                </ns1:cubicBezTo>
                <ns1:cubicBezTo>
                  <ns1:pt x="236" y="1"/>
                  <ns1:pt x="236" y="1"/>
                  <ns1:pt x="235" y="1"/>
                </ns1:cubicBezTo>
                <ns1:cubicBezTo>
                  <ns1:pt x="235" y="1"/>
                  <ns1:pt x="234" y="0"/>
                  <ns1:pt x="234" y="0"/>
                </ns1:cubicBezTo>
                <ns1:cubicBezTo>
                  <ns1:pt x="233" y="0"/>
                  <ns1:pt x="233" y="0"/>
                  <ns1:pt x="233" y="0"/>
                </ns1:cubicBezTo>
                <ns1:cubicBezTo>
                  <ns1:pt x="233" y="0"/>
                  <ns1:pt x="232" y="0"/>
                  <ns1:pt x="232" y="0"/>
                </ns1:cubicBezTo>
                <ns1:cubicBezTo>
                  <ns1:pt x="65" y="0"/>
                  <ns1:pt x="65" y="0"/>
                  <ns1:pt x="65" y="0"/>
                </ns1:cubicBezTo>
                <ns1:cubicBezTo>
                  <ns1:pt x="29" y="0"/>
                  <ns1:pt x="0" y="29"/>
                  <ns1:pt x="0" y="65"/>
                </ns1:cubicBezTo>
                <ns1:cubicBezTo>
                  <ns1:pt x="0" y="359"/>
                  <ns1:pt x="0" y="359"/>
                  <ns1:pt x="0" y="359"/>
                </ns1:cubicBezTo>
                <ns1:cubicBezTo>
                  <ns1:pt x="0" y="395"/>
                  <ns1:pt x="29" y="424"/>
                  <ns1:pt x="65" y="424"/>
                </ns1:cubicBezTo>
                <ns1:cubicBezTo>
                  <ns1:pt x="277" y="424"/>
                  <ns1:pt x="277" y="424"/>
                  <ns1:pt x="277" y="424"/>
                </ns1:cubicBezTo>
                <ns1:cubicBezTo>
                  <ns1:pt x="313" y="424"/>
                  <ns1:pt x="342" y="395"/>
                  <ns1:pt x="342" y="359"/>
                </ns1:cubicBezTo>
                <ns1:cubicBezTo>
                  <ns1:pt x="342" y="108"/>
                  <ns1:pt x="342" y="108"/>
                  <ns1:pt x="342" y="108"/>
                </ns1:cubicBezTo>
                <ns1:cubicBezTo>
                  <ns1:pt x="342" y="107"/>
                  <ns1:pt x="342" y="107"/>
                  <ns1:pt x="342" y="106"/>
                </ns1:cubicBezTo>
                <ns1:close/>
                <ns1:moveTo>
                  <ns1:pt x="277" y="408"/>
                </ns1:moveTo>
                <ns1:cubicBezTo>
                  <ns1:pt x="65" y="408"/>
                  <ns1:pt x="65" y="408"/>
                  <ns1:pt x="65" y="408"/>
                </ns1:cubicBezTo>
                <ns1:cubicBezTo>
                  <ns1:pt x="38" y="408"/>
                  <ns1:pt x="16" y="386"/>
                  <ns1:pt x="16" y="359"/>
                </ns1:cubicBezTo>
                <ns1:cubicBezTo>
                  <ns1:pt x="16" y="65"/>
                  <ns1:pt x="16" y="65"/>
                  <ns1:pt x="16" y="65"/>
                </ns1:cubicBezTo>
                <ns1:cubicBezTo>
                  <ns1:pt x="16" y="38"/>
                  <ns1:pt x="38" y="16"/>
                  <ns1:pt x="65" y="16"/>
                </ns1:cubicBezTo>
                <ns1:cubicBezTo>
                  <ns1:pt x="224" y="16"/>
                  <ns1:pt x="224" y="16"/>
                  <ns1:pt x="224" y="16"/>
                </ns1:cubicBezTo>
                <ns1:cubicBezTo>
                  <ns1:pt x="224" y="84"/>
                  <ns1:pt x="224" y="84"/>
                  <ns1:pt x="224" y="84"/>
                </ns1:cubicBezTo>
                <ns1:cubicBezTo>
                  <ns1:pt x="224" y="102"/>
                  <ns1:pt x="238" y="116"/>
                  <ns1:pt x="256" y="116"/>
                </ns1:cubicBezTo>
                <ns1:cubicBezTo>
                  <ns1:pt x="326" y="116"/>
                  <ns1:pt x="326" y="116"/>
                  <ns1:pt x="326" y="116"/>
                </ns1:cubicBezTo>
                <ns1:cubicBezTo>
                  <ns1:pt x="326" y="359"/>
                  <ns1:pt x="326" y="359"/>
                  <ns1:pt x="326" y="359"/>
                </ns1:cubicBezTo>
                <ns1:cubicBezTo>
                  <ns1:pt x="326" y="386"/>
                  <ns1:pt x="304" y="408"/>
                  <ns1:pt x="277" y="408"/>
                </ns1:cubicBezTo>
                <ns1:close/>
                <ns1:moveTo>
                  <ns1:pt x="300" y="312"/>
                </ns1:moveTo>
                <ns1:cubicBezTo>
                  <ns1:pt x="300" y="316"/>
                  <ns1:pt x="296" y="320"/>
                  <ns1:pt x="292" y="320"/>
                </ns1:cubicBezTo>
                <ns1:cubicBezTo>
                  <ns1:pt x="52" y="320"/>
                  <ns1:pt x="52" y="320"/>
                  <ns1:pt x="52" y="320"/>
                </ns1:cubicBezTo>
                <ns1:cubicBezTo>
                  <ns1:pt x="48" y="320"/>
                  <ns1:pt x="44" y="316"/>
                  <ns1:pt x="44" y="312"/>
                </ns1:cubicBezTo>
                <ns1:cubicBezTo>
                  <ns1:pt x="44" y="308"/>
                  <ns1:pt x="48" y="304"/>
                  <ns1:pt x="52" y="304"/>
                </ns1:cubicBezTo>
                <ns1:cubicBezTo>
                  <ns1:pt x="292" y="304"/>
                  <ns1:pt x="292" y="304"/>
                  <ns1:pt x="292" y="304"/>
                </ns1:cubicBezTo>
                <ns1:cubicBezTo>
                  <ns1:pt x="296" y="304"/>
                  <ns1:pt x="300" y="308"/>
                  <ns1:pt x="300" y="312"/>
                </ns1:cubicBezTo>
                <ns1:close/>
                <ns1:moveTo>
                  <ns1:pt x="300" y="264"/>
                </ns1:moveTo>
                <ns1:cubicBezTo>
                  <ns1:pt x="300" y="269"/>
                  <ns1:pt x="296" y="272"/>
                  <ns1:pt x="292" y="272"/>
                </ns1:cubicBezTo>
                <ns1:cubicBezTo>
                  <ns1:pt x="52" y="272"/>
                  <ns1:pt x="52" y="272"/>
                  <ns1:pt x="52" y="272"/>
                </ns1:cubicBezTo>
                <ns1:cubicBezTo>
                  <ns1:pt x="48" y="272"/>
                  <ns1:pt x="44" y="269"/>
                  <ns1:pt x="44" y="264"/>
                </ns1:cubicBezTo>
                <ns1:cubicBezTo>
                  <ns1:pt x="44" y="260"/>
                  <ns1:pt x="48" y="256"/>
                  <ns1:pt x="52" y="256"/>
                </ns1:cubicBezTo>
                <ns1:cubicBezTo>
                  <ns1:pt x="292" y="256"/>
                  <ns1:pt x="292" y="256"/>
                  <ns1:pt x="292" y="256"/>
                </ns1:cubicBezTo>
                <ns1:cubicBezTo>
                  <ns1:pt x="296" y="256"/>
                  <ns1:pt x="300" y="260"/>
                  <ns1:pt x="300" y="264"/>
                </ns1:cubicBezTo>
                <ns1:close/>
                <ns1:moveTo>
                  <ns1:pt x="300" y="217"/>
                </ns1:moveTo>
                <ns1:cubicBezTo>
                  <ns1:pt x="300" y="221"/>
                  <ns1:pt x="296" y="225"/>
                  <ns1:pt x="292" y="225"/>
                </ns1:cubicBezTo>
                <ns1:cubicBezTo>
                  <ns1:pt x="52" y="225"/>
                  <ns1:pt x="52" y="225"/>
                  <ns1:pt x="52" y="225"/>
                </ns1:cubicBezTo>
                <ns1:cubicBezTo>
                  <ns1:pt x="48" y="225"/>
                  <ns1:pt x="44" y="221"/>
                  <ns1:pt x="44" y="217"/>
                </ns1:cubicBezTo>
                <ns1:cubicBezTo>
                  <ns1:pt x="44" y="212"/>
                  <ns1:pt x="48" y="209"/>
                  <ns1:pt x="52" y="209"/>
                </ns1:cubicBezTo>
                <ns1:cubicBezTo>
                  <ns1:pt x="292" y="209"/>
                  <ns1:pt x="292" y="209"/>
                  <ns1:pt x="292" y="209"/>
                </ns1:cubicBezTo>
                <ns1:cubicBezTo>
                  <ns1:pt x="296" y="209"/>
                  <ns1:pt x="300" y="212"/>
                  <ns1:pt x="300" y="217"/>
                </ns1:cubicBezTo>
                <ns1:close/>
                <ns1:moveTo>
                  <ns1:pt x="300" y="169"/>
                </ns1:moveTo>
                <ns1:cubicBezTo>
                  <ns1:pt x="300" y="174"/>
                  <ns1:pt x="296" y="177"/>
                  <ns1:pt x="292" y="177"/>
                </ns1:cubicBezTo>
                <ns1:cubicBezTo>
                  <ns1:pt x="52" y="177"/>
                  <ns1:pt x="52" y="177"/>
                  <ns1:pt x="52" y="177"/>
                </ns1:cubicBezTo>
                <ns1:cubicBezTo>
                  <ns1:pt x="48" y="177"/>
                  <ns1:pt x="44" y="174"/>
                  <ns1:pt x="44" y="169"/>
                </ns1:cubicBezTo>
                <ns1:cubicBezTo>
                  <ns1:pt x="44" y="165"/>
                  <ns1:pt x="48" y="161"/>
                  <ns1:pt x="52" y="161"/>
                </ns1:cubicBezTo>
                <ns1:cubicBezTo>
                  <ns1:pt x="292" y="161"/>
                  <ns1:pt x="292" y="161"/>
                  <ns1:pt x="292" y="161"/>
                </ns1:cubicBezTo>
                <ns1:cubicBezTo>
                  <ns1:pt x="296" y="161"/>
                  <ns1:pt x="300" y="165"/>
                  <ns1:pt x="300" y="169"/>
                </ns1:cubicBezTo>
                <ns1:close/>
                <ns1:moveTo>
                  <ns1:pt x="44" y="122"/>
                </ns1:moveTo>
                <ns1:cubicBezTo>
                  <ns1:pt x="44" y="117"/>
                  <ns1:pt x="48" y="114"/>
                  <ns1:pt x="52" y="114"/>
                </ns1:cubicBezTo>
                <ns1:cubicBezTo>
                  <ns1:pt x="128" y="114"/>
                  <ns1:pt x="128" y="114"/>
                  <ns1:pt x="128" y="114"/>
                </ns1:cubicBezTo>
                <ns1:cubicBezTo>
                  <ns1:pt x="132" y="114"/>
                  <ns1:pt x="136" y="117"/>
                  <ns1:pt x="136" y="122"/>
                </ns1:cubicBezTo>
                <ns1:cubicBezTo>
                  <ns1:pt x="136" y="126"/>
                  <ns1:pt x="132" y="130"/>
                  <ns1:pt x="128" y="130"/>
                </ns1:cubicBezTo>
                <ns1:cubicBezTo>
                  <ns1:pt x="52" y="130"/>
                  <ns1:pt x="52" y="130"/>
                  <ns1:pt x="52" y="130"/>
                </ns1:cubicBezTo>
                <ns1:cubicBezTo>
                  <ns1:pt x="48" y="130"/>
                  <ns1:pt x="44" y="126"/>
                  <ns1:pt x="44" y="122"/>
                </ns1:cubicBezTo>
                <ns1:close/>
              </ns1:path>
            </ns1:pathLst>
          </ns1:custGeom>
          <ns1:solidFill>
            <ns1:schemeClr val="bg1">
              <ns1:lumMod val="50000"/>
            </ns1:schemeClr>
          </ns1:solidFill>
          <ns1:ln w="3175">
            <ns1:solidFill>
              <ns1:schemeClr val="bg1">
                <ns1:lumMod val="50000"/>
              </ns1:schemeClr>
            </ns1:solidFill>
            <ns1:round/>
          </ns1:ln>
          <ns1:effectLst/>
        </ns0:spPr>
        <ns0:txBody>
          <ns1:bodyPr vert="horz" wrap="square" lIns="72536" tIns="36269" rIns="72536" bIns="36269" numCol="1" anchor="t" anchorCtr="0" compatLnSpc="1"/>
          <ns1:lstStyle/>
          <ns1:p>
            <ns1:pPr marL="0" marR="0" lvl="0" indent="0" algn="l" defTabSz="966790" rtl="0" eaLnBrk="1" fontAlgn="base" latinLnBrk="0" hangingPunct="1">
              <ns1:lnSpc>
                <ns1:spcPct val="100000"/>
              </ns1:lnSpc>
              <ns1:spcBef>
                <ns1:spcPct val="0"/>
              </ns1:spcBef>
              <ns1:spcAft>
                <ns1:spcPct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2135" b="0" i="0" u="none" strike="noStrike" kern="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2" name="矩形 61">
            <ns1:extLst>
              <ns1:ext uri="{FF2B5EF4-FFF2-40B4-BE49-F238E27FC236}">
                <ns2:creationId id="{8D4D179F-E300-4976-BB9A-F7A8403FA9C1}"/>
              </ns1:ext>
            </ns1:extLst>
          </ns0:cNvPr>
          <ns0:cNvSpPr/>
          <ns0:nvPr/>
        </ns0:nvSpPr>
        <ns0:spPr>
          <ns1:xfrm>
            <ns1:off x="1794054" y="2195981"/>
            <ns1:ext cx="1100296" cy="161711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51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AIX</ns1:t>
            </ns1:r>
            <ns1:endParaRPr kumimoji="0" lang="zh-CN" altLang="en-US" sz="1051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4" name="椭圆 63">
            <ns1:extLst>
              <ns1:ext uri="{FF2B5EF4-FFF2-40B4-BE49-F238E27FC236}">
                <ns2:creationId id="{E1DADEC8-2F07-4EAA-B992-C017C29F5CC5}"/>
              </ns1:ext>
            </ns1:extLst>
          </ns0:cNvPr>
          <ns0:cNvSpPr/>
          <ns0:nvPr/>
        </ns0:nvSpPr>
        <ns0:spPr>
          <ns1:xfrm>
            <ns1:off x="2000934" y="1598881"/>
            <ns1:ext cx="598880" cy="598880"/>
          </ns1:xfrm>
          <ns1:prstGeom prst="ellipse">
            <ns1:avLst/>
          </ns1:prstGeom>
          <ns1:gradFill flip="none" rotWithShape="1">
            <ns1:gsLst>
              <ns1:gs pos="0">
                <ns1:schemeClr val="bg1">
                  <ns1:lumMod val="75000"/>
                </ns1:schemeClr>
              </ns1:gs>
              <ns1:gs pos="100000">
                <ns1:schemeClr val="bg1">
                  <ns1:lumMod val="95000"/>
                </ns1:schemeClr>
              </ns1:gs>
            </ns1:gsLst>
            <ns1:lin ang="16200000" scaled="0"/>
          </ns1:gradFill>
          <ns1:ln>
            <ns1:noFill/>
          </ns1:ln>
        </ns0:spPr>
        <ns0:txBody>
          <ns1:bodyPr vert="horz" wrap="square" lIns="91385" tIns="45692" rIns="91385" bIns="45692" numCol="1" anchor="t" anchorCtr="0" compatLnSpc="1"/>
          <ns1:lstStyle/>
          <ns1:p>
            <ns1:pPr marL="0" marR="0" lvl="0" indent="0" algn="l" defTabSz="1219048" rtl="0" eaLnBrk="1" fontAlgn="auto" latinLnBrk="0" hangingPunct="1">
              <ns1:lnSpc>
                <ns1:spcPts val="5999"/>
              </ns1:lnSpc>
              <ns1:spcBef>
                <ns1:spcPts val="0"/>
              </ns1:spcBef>
              <ns1:spcAft>
                <ns1:spcPts val="0"/>
              </ns1:spcAft>
              <ns1:buClr>
                <ns1:srgbClr val="CC9900"/>
              </ns1:buClr>
              <ns1:buSzTx/>
              <ns1:buFontTx/>
              <ns1:buNone/>
              <ns1:tabLst/>
              <ns1:defRPr/>
            </ns1:pPr>
            <ns1:endParaRPr kumimoji="0" lang="zh-CN" altLang="en-US" sz="2399" b="0" i="0" u="none" strike="noStrike" kern="120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5" name="Freeform 165">
            <ns1:extLst>
              <ns1:ext uri="{FF2B5EF4-FFF2-40B4-BE49-F238E27FC236}">
                <ns2:creationId id="{CD97263E-F2EF-48FC-9886-9F95A7212BEE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2147938" y="1709447"/>
            <ns1:ext cx="304872" cy="377748"/>
          </ns1:xfrm>
          <ns1:custGeom>
            <ns1:avLst/>
            <ns1:gdLst>
              <ns1:gd name="T0" fmla="*/ 292 w 342"/>
              <ns1:gd name="T1" fmla="*/ 272 h 424"/>
              <ns1:gd name="T2" fmla="*/ 44 w 342"/>
              <ns1:gd name="T3" fmla="*/ 264 h 424"/>
              <ns1:gd name="T4" fmla="*/ 292 w 342"/>
              <ns1:gd name="T5" fmla="*/ 256 h 424"/>
              <ns1:gd name="T6" fmla="*/ 342 w 342"/>
              <ns1:gd name="T7" fmla="*/ 65 h 424"/>
              <ns1:gd name="T8" fmla="*/ 277 w 342"/>
              <ns1:gd name="T9" fmla="*/ 424 h 424"/>
              <ns1:gd name="T10" fmla="*/ 0 w 342"/>
              <ns1:gd name="T11" fmla="*/ 359 h 424"/>
              <ns1:gd name="T12" fmla="*/ 65 w 342"/>
              <ns1:gd name="T13" fmla="*/ 0 h 424"/>
              <ns1:gd name="T14" fmla="*/ 342 w 342"/>
              <ns1:gd name="T15" fmla="*/ 65 h 424"/>
              <ns1:gd name="T16" fmla="*/ 277 w 342"/>
              <ns1:gd name="T17" fmla="*/ 16 h 424"/>
              <ns1:gd name="T18" fmla="*/ 16 w 342"/>
              <ns1:gd name="T19" fmla="*/ 65 h 424"/>
              <ns1:gd name="T20" fmla="*/ 65 w 342"/>
              <ns1:gd name="T21" fmla="*/ 408 h 424"/>
              <ns1:gd name="T22" fmla="*/ 326 w 342"/>
              <ns1:gd name="T23" fmla="*/ 359 h 424"/>
              <ns1:gd name="T24" fmla="*/ 263 w 342"/>
              <ns1:gd name="T25" fmla="*/ 304 h 424"/>
              <ns1:gd name="T26" fmla="*/ 190 w 342"/>
              <ns1:gd name="T27" fmla="*/ 329 h 424"/>
              <ns1:gd name="T28" fmla="*/ 182 w 342"/>
              <ns1:gd name="T29" fmla="*/ 338 h 424"/>
              <ns1:gd name="T30" fmla="*/ 214 w 342"/>
              <ns1:gd name="T31" fmla="*/ 367 h 424"/>
              <ns1:gd name="T32" fmla="*/ 272 w 342"/>
              <ns1:gd name="T33" fmla="*/ 312 h 424"/>
              <ns1:gd name="T34" fmla="*/ 263 w 342"/>
              <ns1:gd name="T35" fmla="*/ 304 h 424"/>
              <ns1:gd name="T36" fmla="*/ 194 w 342"/>
              <ns1:gd name="T37" fmla="*/ 82 h 424"/>
              <ns1:gd name="T38" fmla="*/ 194 w 342"/>
              <ns1:gd name="T39" fmla="*/ 66 h 424"/>
              <ns1:gd name="T40" fmla="*/ 44 w 342"/>
              <ns1:gd name="T41" fmla="*/ 74 h 424"/>
              <ns1:gd name="T42" fmla="*/ 128 w 342"/>
              <ns1:gd name="T43" fmla="*/ 304 h 424"/>
              <ns1:gd name="T44" fmla="*/ 44 w 342"/>
              <ns1:gd name="T45" fmla="*/ 312 h 424"/>
              <ns1:gd name="T46" fmla="*/ 128 w 342"/>
              <ns1:gd name="T47" fmla="*/ 320 h 424"/>
              <ns1:gd name="T48" fmla="*/ 128 w 342"/>
              <ns1:gd name="T49" fmla="*/ 304 h 424"/>
              <ns1:gd name="T50" fmla="*/ 52 w 342"/>
              <ns1:gd name="T51" fmla="*/ 209 h 424"/>
              <ns1:gd name="T52" fmla="*/ 52 w 342"/>
              <ns1:gd name="T53" fmla="*/ 225 h 424"/>
              <ns1:gd name="T54" fmla="*/ 300 w 342"/>
              <ns1:gd name="T55" fmla="*/ 217 h 424"/>
              <ns1:gd name="T56" fmla="*/ 292 w 342"/>
              <ns1:gd name="T57" fmla="*/ 114 h 424"/>
              <ns1:gd name="T58" fmla="*/ 44 w 342"/>
              <ns1:gd name="T59" fmla="*/ 122 h 424"/>
              <ns1:gd name="T60" fmla="*/ 292 w 342"/>
              <ns1:gd name="T61" fmla="*/ 130 h 424"/>
              <ns1:gd name="T62" fmla="*/ 292 w 342"/>
              <ns1:gd name="T63" fmla="*/ 114 h 424"/>
              <ns1:gd name="T64" fmla="*/ 52 w 342"/>
              <ns1:gd name="T65" fmla="*/ 161 h 424"/>
              <ns1:gd name="T66" fmla="*/ 52 w 342"/>
              <ns1:gd name="T67" fmla="*/ 177 h 424"/>
              <ns1:gd name="T68" fmla="*/ 300 w 342"/>
              <ns1:gd name="T69" fmla="*/ 169 h 42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</ns1:cxnLst>
            <ns1:rect l="0" t="0" r="r" b="b"/>
            <ns1:pathLst>
              <ns1:path w="342" h="424">
                <ns1:moveTo>
                  <ns1:pt x="300" y="264"/>
                </ns1:moveTo>
                <ns1:cubicBezTo>
                  <ns1:pt x="300" y="269"/>
                  <ns1:pt x="296" y="272"/>
                  <ns1:pt x="292" y="272"/>
                </ns1:cubicBezTo>
                <ns1:cubicBezTo>
                  <ns1:pt x="52" y="272"/>
                  <ns1:pt x="52" y="272"/>
                  <ns1:pt x="52" y="272"/>
                </ns1:cubicBezTo>
                <ns1:cubicBezTo>
                  <ns1:pt x="48" y="272"/>
                  <ns1:pt x="44" y="269"/>
                  <ns1:pt x="44" y="264"/>
                </ns1:cubicBezTo>
                <ns1:cubicBezTo>
                  <ns1:pt x="44" y="260"/>
                  <ns1:pt x="48" y="256"/>
                  <ns1:pt x="52" y="256"/>
                </ns1:cubicBezTo>
                <ns1:cubicBezTo>
                  <ns1:pt x="292" y="256"/>
                  <ns1:pt x="292" y="256"/>
                  <ns1:pt x="292" y="256"/>
                </ns1:cubicBezTo>
                <ns1:cubicBezTo>
                  <ns1:pt x="296" y="256"/>
                  <ns1:pt x="300" y="260"/>
                  <ns1:pt x="300" y="264"/>
                </ns1:cubicBezTo>
                <ns1:close/>
                <ns1:moveTo>
                  <ns1:pt x="342" y="65"/>
                </ns1:moveTo>
                <ns1:cubicBezTo>
                  <ns1:pt x="342" y="359"/>
                  <ns1:pt x="342" y="359"/>
                  <ns1:pt x="342" y="359"/>
                </ns1:cubicBezTo>
                <ns1:cubicBezTo>
                  <ns1:pt x="342" y="395"/>
                  <ns1:pt x="313" y="424"/>
                  <ns1:pt x="277" y="424"/>
                </ns1:cubicBezTo>
                <ns1:cubicBezTo>
                  <ns1:pt x="65" y="424"/>
                  <ns1:pt x="65" y="424"/>
                  <ns1:pt x="65" y="424"/>
                </ns1:cubicBezTo>
                <ns1:cubicBezTo>
                  <ns1:pt x="29" y="424"/>
                  <ns1:pt x="0" y="395"/>
                  <ns1:pt x="0" y="359"/>
                </ns1:cubicBezTo>
                <ns1:cubicBezTo>
                  <ns1:pt x="0" y="65"/>
                  <ns1:pt x="0" y="65"/>
                  <ns1:pt x="0" y="65"/>
                </ns1:cubicBezTo>
                <ns1:cubicBezTo>
                  <ns1:pt x="0" y="29"/>
                  <ns1:pt x="29" y="0"/>
                  <ns1:pt x="65" y="0"/>
                </ns1:cubicBezTo>
                <ns1:cubicBezTo>
                  <ns1:pt x="277" y="0"/>
                  <ns1:pt x="277" y="0"/>
                  <ns1:pt x="277" y="0"/>
                </ns1:cubicBezTo>
                <ns1:cubicBezTo>
                  <ns1:pt x="313" y="0"/>
                  <ns1:pt x="342" y="29"/>
                  <ns1:pt x="342" y="65"/>
                </ns1:cubicBezTo>
                <ns1:close/>
                <ns1:moveTo>
                  <ns1:pt x="326" y="65"/>
                </ns1:moveTo>
                <ns1:cubicBezTo>
                  <ns1:pt x="326" y="38"/>
                  <ns1:pt x="304" y="16"/>
                  <ns1:pt x="277" y="16"/>
                </ns1:cubicBezTo>
                <ns1:cubicBezTo>
                  <ns1:pt x="65" y="16"/>
                  <ns1:pt x="65" y="16"/>
                  <ns1:pt x="65" y="16"/>
                </ns1:cubicBezTo>
                <ns1:cubicBezTo>
                  <ns1:pt x="38" y="16"/>
                  <ns1:pt x="16" y="38"/>
                  <ns1:pt x="16" y="65"/>
                </ns1:cubicBezTo>
                <ns1:cubicBezTo>
                  <ns1:pt x="16" y="359"/>
                  <ns1:pt x="16" y="359"/>
                  <ns1:pt x="16" y="359"/>
                </ns1:cubicBezTo>
                <ns1:cubicBezTo>
                  <ns1:pt x="16" y="386"/>
                  <ns1:pt x="38" y="408"/>
                  <ns1:pt x="65" y="408"/>
                </ns1:cubicBezTo>
                <ns1:cubicBezTo>
                  <ns1:pt x="277" y="408"/>
                  <ns1:pt x="277" y="408"/>
                  <ns1:pt x="277" y="408"/>
                </ns1:cubicBezTo>
                <ns1:cubicBezTo>
                  <ns1:pt x="304" y="408"/>
                  <ns1:pt x="326" y="386"/>
                  <ns1:pt x="326" y="359"/>
                </ns1:cubicBezTo>
                <ns1:lnTo>
                  <ns1:pt x="326" y="65"/>
                </ns1:lnTo>
                <ns1:close/>
                <ns1:moveTo>
                  <ns1:pt x="263" y="304"/>
                </ns1:moveTo>
                <ns1:cubicBezTo>
                  <ns1:pt x="214" y="353"/>
                  <ns1:pt x="214" y="353"/>
                  <ns1:pt x="214" y="353"/>
                </ns1:cubicBezTo>
                <ns1:cubicBezTo>
                  <ns1:pt x="190" y="329"/>
                  <ns1:pt x="190" y="329"/>
                  <ns1:pt x="190" y="329"/>
                </ns1:cubicBezTo>
                <ns1:cubicBezTo>
                  <ns1:pt x="188" y="327"/>
                  <ns1:pt x="184" y="327"/>
                  <ns1:pt x="182" y="329"/>
                </ns1:cubicBezTo>
                <ns1:cubicBezTo>
                  <ns1:pt x="179" y="331"/>
                  <ns1:pt x="179" y="335"/>
                  <ns1:pt x="182" y="338"/>
                </ns1:cubicBezTo>
                <ns1:cubicBezTo>
                  <ns1:pt x="182" y="338"/>
                  <ns1:pt x="209" y="365"/>
                  <ns1:pt x="210" y="366"/>
                </ns1:cubicBezTo>
                <ns1:cubicBezTo>
                  <ns1:pt x="211" y="367"/>
                  <ns1:pt x="213" y="367"/>
                  <ns1:pt x="214" y="367"/>
                </ns1:cubicBezTo>
                <ns1:cubicBezTo>
                  <ns1:pt x="216" y="367"/>
                  <ns1:pt x="217" y="367"/>
                  <ns1:pt x="218" y="366"/>
                </ns1:cubicBezTo>
                <ns1:cubicBezTo>
                  <ns1:pt x="272" y="312"/>
                  <ns1:pt x="272" y="312"/>
                  <ns1:pt x="272" y="312"/>
                </ns1:cubicBezTo>
                <ns1:cubicBezTo>
                  <ns1:pt x="274" y="310"/>
                  <ns1:pt x="274" y="306"/>
                  <ns1:pt x="272" y="304"/>
                </ns1:cubicBezTo>
                <ns1:cubicBezTo>
                  <ns1:pt x="269" y="301"/>
                  <ns1:pt x="266" y="301"/>
                  <ns1:pt x="263" y="304"/>
                </ns1:cubicBezTo>
                <ns1:close/>
                <ns1:moveTo>
                  <ns1:pt x="52" y="82"/>
                </ns1:moveTo>
                <ns1:cubicBezTo>
                  <ns1:pt x="194" y="82"/>
                  <ns1:pt x="194" y="82"/>
                  <ns1:pt x="194" y="82"/>
                </ns1:cubicBezTo>
                <ns1:cubicBezTo>
                  <ns1:pt x="198" y="82"/>
                  <ns1:pt x="202" y="78"/>
                  <ns1:pt x="202" y="74"/>
                </ns1:cubicBezTo>
                <ns1:cubicBezTo>
                  <ns1:pt x="202" y="70"/>
                  <ns1:pt x="198" y="66"/>
                  <ns1:pt x="194" y="66"/>
                </ns1:cubicBezTo>
                <ns1:cubicBezTo>
                  <ns1:pt x="52" y="66"/>
                  <ns1:pt x="52" y="66"/>
                  <ns1:pt x="52" y="66"/>
                </ns1:cubicBezTo>
                <ns1:cubicBezTo>
                  <ns1:pt x="48" y="66"/>
                  <ns1:pt x="44" y="70"/>
                  <ns1:pt x="44" y="74"/>
                </ns1:cubicBezTo>
                <ns1:cubicBezTo>
                  <ns1:pt x="44" y="78"/>
                  <ns1:pt x="48" y="82"/>
                  <ns1:pt x="52" y="82"/>
                </ns1:cubicBezTo>
                <ns1:close/>
                <ns1:moveTo>
                  <ns1:pt x="128" y="304"/>
                </ns1:moveTo>
                <ns1:cubicBezTo>
                  <ns1:pt x="52" y="304"/>
                  <ns1:pt x="52" y="304"/>
                  <ns1:pt x="52" y="304"/>
                </ns1:cubicBezTo>
                <ns1:cubicBezTo>
                  <ns1:pt x="48" y="304"/>
                  <ns1:pt x="44" y="308"/>
                  <ns1:pt x="44" y="312"/>
                </ns1:cubicBezTo>
                <ns1:cubicBezTo>
                  <ns1:pt x="44" y="316"/>
                  <ns1:pt x="48" y="320"/>
                  <ns1:pt x="52" y="320"/>
                </ns1:cubicBezTo>
                <ns1:cubicBezTo>
                  <ns1:pt x="128" y="320"/>
                  <ns1:pt x="128" y="320"/>
                  <ns1:pt x="128" y="320"/>
                </ns1:cubicBezTo>
                <ns1:cubicBezTo>
                  <ns1:pt x="132" y="320"/>
                  <ns1:pt x="136" y="316"/>
                  <ns1:pt x="136" y="312"/>
                </ns1:cubicBezTo>
                <ns1:cubicBezTo>
                  <ns1:pt x="136" y="308"/>
                  <ns1:pt x="132" y="304"/>
                  <ns1:pt x="128" y="304"/>
                </ns1:cubicBezTo>
                <ns1:close/>
                <ns1:moveTo>
                  <ns1:pt x="292" y="209"/>
                </ns1:moveTo>
                <ns1:cubicBezTo>
                  <ns1:pt x="52" y="209"/>
                  <ns1:pt x="52" y="209"/>
                  <ns1:pt x="52" y="209"/>
                </ns1:cubicBezTo>
                <ns1:cubicBezTo>
                  <ns1:pt x="48" y="209"/>
                  <ns1:pt x="44" y="212"/>
                  <ns1:pt x="44" y="217"/>
                </ns1:cubicBezTo>
                <ns1:cubicBezTo>
                  <ns1:pt x="44" y="221"/>
                  <ns1:pt x="48" y="225"/>
                  <ns1:pt x="52" y="225"/>
                </ns1:cubicBezTo>
                <ns1:cubicBezTo>
                  <ns1:pt x="292" y="225"/>
                  <ns1:pt x="292" y="225"/>
                  <ns1:pt x="292" y="225"/>
                </ns1:cubicBezTo>
                <ns1:cubicBezTo>
                  <ns1:pt x="296" y="225"/>
                  <ns1:pt x="300" y="221"/>
                  <ns1:pt x="300" y="217"/>
                </ns1:cubicBezTo>
                <ns1:cubicBezTo>
                  <ns1:pt x="300" y="212"/>
                  <ns1:pt x="296" y="209"/>
                  <ns1:pt x="292" y="209"/>
                </ns1:cubicBezTo>
                <ns1:close/>
                <ns1:moveTo>
                  <ns1:pt x="292" y="114"/>
                </ns1:moveTo>
                <ns1:cubicBezTo>
                  <ns1:pt x="52" y="114"/>
                  <ns1:pt x="52" y="114"/>
                  <ns1:pt x="52" y="114"/>
                </ns1:cubicBezTo>
                <ns1:cubicBezTo>
                  <ns1:pt x="48" y="114"/>
                  <ns1:pt x="44" y="117"/>
                  <ns1:pt x="44" y="122"/>
                </ns1:cubicBezTo>
                <ns1:cubicBezTo>
                  <ns1:pt x="44" y="126"/>
                  <ns1:pt x="48" y="130"/>
                  <ns1:pt x="52" y="130"/>
                </ns1:cubicBezTo>
                <ns1:cubicBezTo>
                  <ns1:pt x="292" y="130"/>
                  <ns1:pt x="292" y="130"/>
                  <ns1:pt x="292" y="130"/>
                </ns1:cubicBezTo>
                <ns1:cubicBezTo>
                  <ns1:pt x="296" y="130"/>
                  <ns1:pt x="300" y="126"/>
                  <ns1:pt x="300" y="122"/>
                </ns1:cubicBezTo>
                <ns1:cubicBezTo>
                  <ns1:pt x="300" y="117"/>
                  <ns1:pt x="296" y="114"/>
                  <ns1:pt x="292" y="114"/>
                </ns1:cubicBezTo>
                <ns1:close/>
                <ns1:moveTo>
                  <ns1:pt x="292" y="161"/>
                </ns1:moveTo>
                <ns1:cubicBezTo>
                  <ns1:pt x="52" y="161"/>
                  <ns1:pt x="52" y="161"/>
                  <ns1:pt x="52" y="161"/>
                </ns1:cubicBezTo>
                <ns1:cubicBezTo>
                  <ns1:pt x="48" y="161"/>
                  <ns1:pt x="44" y="165"/>
                  <ns1:pt x="44" y="169"/>
                </ns1:cubicBezTo>
                <ns1:cubicBezTo>
                  <ns1:pt x="44" y="174"/>
                  <ns1:pt x="48" y="177"/>
                  <ns1:pt x="52" y="177"/>
                </ns1:cubicBezTo>
                <ns1:cubicBezTo>
                  <ns1:pt x="292" y="177"/>
                  <ns1:pt x="292" y="177"/>
                  <ns1:pt x="292" y="177"/>
                </ns1:cubicBezTo>
                <ns1:cubicBezTo>
                  <ns1:pt x="296" y="177"/>
                  <ns1:pt x="300" y="174"/>
                  <ns1:pt x="300" y="169"/>
                </ns1:cubicBezTo>
                <ns1:cubicBezTo>
                  <ns1:pt x="300" y="165"/>
                  <ns1:pt x="296" y="161"/>
                  <ns1:pt x="292" y="161"/>
                </ns1:cubicBezTo>
                <ns1:close/>
              </ns1:path>
            </ns1:pathLst>
          </ns1:custGeom>
          <ns1:solidFill>
            <ns1:schemeClr val="bg1">
              <ns1:lumMod val="50000"/>
            </ns1:schemeClr>
          </ns1:solidFill>
          <ns1:ln w="3175">
            <ns1:solidFill>
              <ns1:schemeClr val="bg1">
                <ns1:lumMod val="50000"/>
              </ns1:schemeClr>
            </ns1:solidFill>
            <ns1:round/>
          </ns1:ln>
          <ns1:effectLst/>
        </ns0:spPr>
        <ns0:txBody>
          <ns1:bodyPr vert="horz" wrap="square" lIns="72536" tIns="36269" rIns="72536" bIns="36269" numCol="1" anchor="t" anchorCtr="0" compatLnSpc="1"/>
          <ns1:lstStyle/>
          <ns1:p>
            <ns1:pPr marL="0" marR="0" lvl="0" indent="0" algn="l" defTabSz="966790" rtl="0" eaLnBrk="1" fontAlgn="base" latinLnBrk="0" hangingPunct="1">
              <ns1:lnSpc>
                <ns1:spcPct val="100000"/>
              </ns1:lnSpc>
              <ns1:spcBef>
                <ns1:spcPct val="0"/>
              </ns1:spcBef>
              <ns1:spcAft>
                <ns1:spcPct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2135" b="0" i="0" u="none" strike="noStrike" kern="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7" name="矩形 66">
            <ns1:extLst>
              <ns1:ext uri="{FF2B5EF4-FFF2-40B4-BE49-F238E27FC236}">
                <ns2:creationId id="{FEFADE05-CDC5-4501-A5E1-072AD7CB8C39}"/>
              </ns1:ext>
            </ns1:extLst>
          </ns0:cNvPr>
          <ns0:cNvSpPr/>
          <ns0:nvPr/>
        </ns0:nvSpPr>
        <ns0:spPr>
          <ns1:xfrm>
            <ns1:off x="522978" y="2426281"/>
            <ns1:ext cx="903235" cy="161711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51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Solaris/Oracle</ns1:t>
            </ns1:r>
            <ns1:endParaRPr kumimoji="0" lang="zh-CN" altLang="en-US" sz="1051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69" name="椭圆 68">
            <ns1:extLst>
              <ns1:ext uri="{FF2B5EF4-FFF2-40B4-BE49-F238E27FC236}">
                <ns2:creationId id="{609F5E06-A5FA-40A0-98FC-B6BB3CA6E28F}"/>
              </ns1:ext>
            </ns1:extLst>
          </ns0:cNvPr>
          <ns0:cNvSpPr/>
          <ns0:nvPr/>
        </ns0:nvSpPr>
        <ns0:spPr>
          <ns1:xfrm>
            <ns1:off x="668510" y="1836124"/>
            <ns1:ext cx="598880" cy="598880"/>
          </ns1:xfrm>
          <ns1:prstGeom prst="ellipse">
            <ns1:avLst/>
          </ns1:prstGeom>
          <ns1:gradFill flip="none" rotWithShape="1">
            <ns1:gsLst>
              <ns1:gs pos="0">
                <ns1:schemeClr val="bg1">
                  <ns1:lumMod val="75000"/>
                </ns1:schemeClr>
              </ns1:gs>
              <ns1:gs pos="100000">
                <ns1:schemeClr val="bg1">
                  <ns1:lumMod val="95000"/>
                </ns1:schemeClr>
              </ns1:gs>
            </ns1:gsLst>
            <ns1:lin ang="16200000" scaled="0"/>
          </ns1:gradFill>
          <ns1:ln>
            <ns1:noFill/>
          </ns1:ln>
        </ns0:spPr>
        <ns0:txBody>
          <ns1:bodyPr vert="horz" wrap="square" lIns="91385" tIns="45692" rIns="91385" bIns="45692" numCol="1" anchor="t" anchorCtr="0" compatLnSpc="1"/>
          <ns1:lstStyle/>
          <ns1:p>
            <ns1:pPr marL="0" marR="0" lvl="0" indent="0" algn="l" defTabSz="1219048" rtl="0" eaLnBrk="1" fontAlgn="auto" latinLnBrk="0" hangingPunct="1">
              <ns1:lnSpc>
                <ns1:spcPts val="5999"/>
              </ns1:lnSpc>
              <ns1:spcBef>
                <ns1:spcPts val="0"/>
              </ns1:spcBef>
              <ns1:spcAft>
                <ns1:spcPts val="0"/>
              </ns1:spcAft>
              <ns1:buClr>
                <ns1:srgbClr val="CC9900"/>
              </ns1:buClr>
              <ns1:buSzTx/>
              <ns1:buFontTx/>
              <ns1:buNone/>
              <ns1:tabLst/>
              <ns1:defRPr/>
            </ns1:pPr>
            <ns1:endParaRPr kumimoji="0" lang="zh-CN" altLang="en-US" sz="2399" b="0" i="0" u="none" strike="noStrike" kern="120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70" name="Freeform 166">
            <ns1:extLst>
              <ns1:ext uri="{FF2B5EF4-FFF2-40B4-BE49-F238E27FC236}">
                <ns2:creationId id="{F5323E17-81AC-4B42-BBFF-A6983826A2F6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815514" y="1937665"/>
            <ns1:ext cx="304872" cy="395799"/>
          </ns1:xfrm>
          <ns1:custGeom>
            <ns1:avLst/>
            <ns1:gdLst>
              <ns1:gd name="T0" fmla="*/ 281 w 342"/>
              <ns1:gd name="T1" fmla="*/ 8 h 444"/>
              <ns1:gd name="T2" fmla="*/ 265 w 342"/>
              <ns1:gd name="T3" fmla="*/ 8 h 444"/>
              <ns1:gd name="T4" fmla="*/ 213 w 342"/>
              <ns1:gd name="T5" fmla="*/ 20 h 444"/>
              <ns1:gd name="T6" fmla="*/ 205 w 342"/>
              <ns1:gd name="T7" fmla="*/ 0 h 444"/>
              <ns1:gd name="T8" fmla="*/ 197 w 342"/>
              <ns1:gd name="T9" fmla="*/ 20 h 444"/>
              <ns1:gd name="T10" fmla="*/ 145 w 342"/>
              <ns1:gd name="T11" fmla="*/ 8 h 444"/>
              <ns1:gd name="T12" fmla="*/ 129 w 342"/>
              <ns1:gd name="T13" fmla="*/ 8 h 444"/>
              <ns1:gd name="T14" fmla="*/ 77 w 342"/>
              <ns1:gd name="T15" fmla="*/ 20 h 444"/>
              <ns1:gd name="T16" fmla="*/ 69 w 342"/>
              <ns1:gd name="T17" fmla="*/ 0 h 444"/>
              <ns1:gd name="T18" fmla="*/ 61 w 342"/>
              <ns1:gd name="T19" fmla="*/ 20 h 444"/>
              <ns1:gd name="T20" fmla="*/ 0 w 342"/>
              <ns1:gd name="T21" fmla="*/ 379 h 444"/>
              <ns1:gd name="T22" fmla="*/ 277 w 342"/>
              <ns1:gd name="T23" fmla="*/ 444 h 444"/>
              <ns1:gd name="T24" fmla="*/ 342 w 342"/>
              <ns1:gd name="T25" fmla="*/ 85 h 444"/>
              <ns1:gd name="T26" fmla="*/ 326 w 342"/>
              <ns1:gd name="T27" fmla="*/ 379 h 444"/>
              <ns1:gd name="T28" fmla="*/ 65 w 342"/>
              <ns1:gd name="T29" fmla="*/ 428 h 444"/>
              <ns1:gd name="T30" fmla="*/ 16 w 342"/>
              <ns1:gd name="T31" fmla="*/ 85 h 444"/>
              <ns1:gd name="T32" fmla="*/ 61 w 342"/>
              <ns1:gd name="T33" fmla="*/ 64 h 444"/>
              <ns1:gd name="T34" fmla="*/ 77 w 342"/>
              <ns1:gd name="T35" fmla="*/ 64 h 444"/>
              <ns1:gd name="T36" fmla="*/ 129 w 342"/>
              <ns1:gd name="T37" fmla="*/ 36 h 444"/>
              <ns1:gd name="T38" fmla="*/ 137 w 342"/>
              <ns1:gd name="T39" fmla="*/ 72 h 444"/>
              <ns1:gd name="T40" fmla="*/ 145 w 342"/>
              <ns1:gd name="T41" fmla="*/ 36 h 444"/>
              <ns1:gd name="T42" fmla="*/ 197 w 342"/>
              <ns1:gd name="T43" fmla="*/ 64 h 444"/>
              <ns1:gd name="T44" fmla="*/ 213 w 342"/>
              <ns1:gd name="T45" fmla="*/ 64 h 444"/>
              <ns1:gd name="T46" fmla="*/ 265 w 342"/>
              <ns1:gd name="T47" fmla="*/ 36 h 444"/>
              <ns1:gd name="T48" fmla="*/ 273 w 342"/>
              <ns1:gd name="T49" fmla="*/ 72 h 444"/>
              <ns1:gd name="T50" fmla="*/ 281 w 342"/>
              <ns1:gd name="T51" fmla="*/ 36 h 444"/>
              <ns1:gd name="T52" fmla="*/ 326 w 342"/>
              <ns1:gd name="T53" fmla="*/ 379 h 444"/>
              <ns1:gd name="T54" fmla="*/ 292 w 342"/>
              <ns1:gd name="T55" fmla="*/ 150 h 444"/>
              <ns1:gd name="T56" fmla="*/ 44 w 342"/>
              <ns1:gd name="T57" fmla="*/ 142 h 444"/>
              <ns1:gd name="T58" fmla="*/ 292 w 342"/>
              <ns1:gd name="T59" fmla="*/ 134 h 444"/>
              <ns1:gd name="T60" fmla="*/ 300 w 342"/>
              <ns1:gd name="T61" fmla="*/ 195 h 444"/>
              <ns1:gd name="T62" fmla="*/ 52 w 342"/>
              <ns1:gd name="T63" fmla="*/ 203 h 444"/>
              <ns1:gd name="T64" fmla="*/ 52 w 342"/>
              <ns1:gd name="T65" fmla="*/ 187 h 444"/>
              <ns1:gd name="T66" fmla="*/ 300 w 342"/>
              <ns1:gd name="T67" fmla="*/ 195 h 444"/>
              <ns1:gd name="T68" fmla="*/ 292 w 342"/>
              <ns1:gd name="T69" fmla="*/ 257 h 444"/>
              <ns1:gd name="T70" fmla="*/ 44 w 342"/>
              <ns1:gd name="T71" fmla="*/ 249 h 444"/>
              <ns1:gd name="T72" fmla="*/ 292 w 342"/>
              <ns1:gd name="T73" fmla="*/ 241 h 444"/>
              <ns1:gd name="T74" fmla="*/ 300 w 342"/>
              <ns1:gd name="T75" fmla="*/ 302 h 444"/>
              <ns1:gd name="T76" fmla="*/ 52 w 342"/>
              <ns1:gd name="T77" fmla="*/ 310 h 444"/>
              <ns1:gd name="T78" fmla="*/ 52 w 342"/>
              <ns1:gd name="T79" fmla="*/ 294 h 444"/>
              <ns1:gd name="T80" fmla="*/ 300 w 342"/>
              <ns1:gd name="T81" fmla="*/ 302 h 444"/>
              <ns1:gd name="T82" fmla="*/ 292 w 342"/>
              <ns1:gd name="T83" fmla="*/ 364 h 444"/>
              <ns1:gd name="T84" fmla="*/ 44 w 342"/>
              <ns1:gd name="T85" fmla="*/ 356 h 444"/>
              <ns1:gd name="T86" fmla="*/ 292 w 342"/>
              <ns1:gd name="T87" fmla="*/ 348 h 444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</ns1:cxnLst>
            <ns1:rect l="0" t="0" r="r" b="b"/>
            <ns1:pathLst>
              <ns1:path w="342" h="444">
                <ns1:moveTo>
                  <ns1:pt x="281" y="20"/>
                </ns1:moveTo>
                <ns1:cubicBezTo>
                  <ns1:pt x="281" y="8"/>
                  <ns1:pt x="281" y="8"/>
                  <ns1:pt x="281" y="8"/>
                </ns1:cubicBezTo>
                <ns1:cubicBezTo>
                  <ns1:pt x="281" y="4"/>
                  <ns1:pt x="277" y="0"/>
                  <ns1:pt x="273" y="0"/>
                </ns1:cubicBezTo>
                <ns1:cubicBezTo>
                  <ns1:pt x="269" y="0"/>
                  <ns1:pt x="265" y="4"/>
                  <ns1:pt x="265" y="8"/>
                </ns1:cubicBezTo>
                <ns1:cubicBezTo>
                  <ns1:pt x="265" y="20"/>
                  <ns1:pt x="265" y="20"/>
                  <ns1:pt x="265" y="20"/>
                </ns1:cubicBezTo>
                <ns1:cubicBezTo>
                  <ns1:pt x="213" y="20"/>
                  <ns1:pt x="213" y="20"/>
                  <ns1:pt x="213" y="20"/>
                </ns1:cubicBezTo>
                <ns1:cubicBezTo>
                  <ns1:pt x="213" y="8"/>
                  <ns1:pt x="213" y="8"/>
                  <ns1:pt x="213" y="8"/>
                </ns1:cubicBezTo>
                <ns1:cubicBezTo>
                  <ns1:pt x="213" y="4"/>
                  <ns1:pt x="209" y="0"/>
                  <ns1:pt x="205" y="0"/>
                </ns1:cubicBezTo>
                <ns1:cubicBezTo>
                  <ns1:pt x="201" y="0"/>
                  <ns1:pt x="197" y="4"/>
                  <ns1:pt x="197" y="8"/>
                </ns1:cubicBezTo>
                <ns1:cubicBezTo>
                  <ns1:pt x="197" y="20"/>
                  <ns1:pt x="197" y="20"/>
                  <ns1:pt x="197" y="20"/>
                </ns1:cubicBezTo>
                <ns1:cubicBezTo>
                  <ns1:pt x="145" y="20"/>
                  <ns1:pt x="145" y="20"/>
                  <ns1:pt x="145" y="20"/>
                </ns1:cubicBezTo>
                <ns1:cubicBezTo>
                  <ns1:pt x="145" y="8"/>
                  <ns1:pt x="145" y="8"/>
                  <ns1:pt x="145" y="8"/>
                </ns1:cubicBezTo>
                <ns1:cubicBezTo>
                  <ns1:pt x="145" y="4"/>
                  <ns1:pt x="141" y="0"/>
                  <ns1:pt x="137" y="0"/>
                </ns1:cubicBezTo>
                <ns1:cubicBezTo>
                  <ns1:pt x="133" y="0"/>
                  <ns1:pt x="129" y="4"/>
                  <ns1:pt x="129" y="8"/>
                </ns1:cubicBezTo>
                <ns1:cubicBezTo>
                  <ns1:pt x="129" y="20"/>
                  <ns1:pt x="129" y="20"/>
                  <ns1:pt x="129" y="20"/>
                </ns1:cubicBezTo>
                <ns1:cubicBezTo>
                  <ns1:pt x="77" y="20"/>
                  <ns1:pt x="77" y="20"/>
                  <ns1:pt x="77" y="20"/>
                </ns1:cubicBezTo>
                <ns1:cubicBezTo>
                  <ns1:pt x="77" y="8"/>
                  <ns1:pt x="77" y="8"/>
                  <ns1:pt x="77" y="8"/>
                </ns1:cubicBezTo>
                <ns1:cubicBezTo>
                  <ns1:pt x="77" y="4"/>
                  <ns1:pt x="73" y="0"/>
                  <ns1:pt x="69" y="0"/>
                </ns1:cubicBezTo>
                <ns1:cubicBezTo>
                  <ns1:pt x="65" y="0"/>
                  <ns1:pt x="61" y="4"/>
                  <ns1:pt x="61" y="8"/>
                </ns1:cubicBezTo>
                <ns1:cubicBezTo>
                  <ns1:pt x="61" y="20"/>
                  <ns1:pt x="61" y="20"/>
                  <ns1:pt x="61" y="20"/>
                </ns1:cubicBezTo>
                <ns1:cubicBezTo>
                  <ns1:pt x="27" y="22"/>
                  <ns1:pt x="0" y="51"/>
                  <ns1:pt x="0" y="85"/>
                </ns1:cubicBezTo>
                <ns1:cubicBezTo>
                  <ns1:pt x="0" y="379"/>
                  <ns1:pt x="0" y="379"/>
                  <ns1:pt x="0" y="379"/>
                </ns1:cubicBezTo>
                <ns1:cubicBezTo>
                  <ns1:pt x="0" y="415"/>
                  <ns1:pt x="29" y="444"/>
                  <ns1:pt x="65" y="444"/>
                </ns1:cubicBezTo>
                <ns1:cubicBezTo>
                  <ns1:pt x="277" y="444"/>
                  <ns1:pt x="277" y="444"/>
                  <ns1:pt x="277" y="444"/>
                </ns1:cubicBezTo>
                <ns1:cubicBezTo>
                  <ns1:pt x="313" y="444"/>
                  <ns1:pt x="342" y="415"/>
                  <ns1:pt x="342" y="379"/>
                </ns1:cubicBezTo>
                <ns1:cubicBezTo>
                  <ns1:pt x="342" y="85"/>
                  <ns1:pt x="342" y="85"/>
                  <ns1:pt x="342" y="85"/>
                </ns1:cubicBezTo>
                <ns1:cubicBezTo>
                  <ns1:pt x="342" y="51"/>
                  <ns1:pt x="315" y="22"/>
                  <ns1:pt x="281" y="20"/>
                </ns1:cubicBezTo>
                <ns1:close/>
                <ns1:moveTo>
                  <ns1:pt x="326" y="379"/>
                </ns1:moveTo>
                <ns1:cubicBezTo>
                  <ns1:pt x="326" y="406"/>
                  <ns1:pt x="304" y="428"/>
                  <ns1:pt x="277" y="428"/>
                </ns1:cubicBezTo>
                <ns1:cubicBezTo>
                  <ns1:pt x="65" y="428"/>
                  <ns1:pt x="65" y="428"/>
                  <ns1:pt x="65" y="428"/>
                </ns1:cubicBezTo>
                <ns1:cubicBezTo>
                  <ns1:pt x="38" y="428"/>
                  <ns1:pt x="16" y="406"/>
                  <ns1:pt x="16" y="379"/>
                </ns1:cubicBezTo>
                <ns1:cubicBezTo>
                  <ns1:pt x="16" y="85"/>
                  <ns1:pt x="16" y="85"/>
                  <ns1:pt x="16" y="85"/>
                </ns1:cubicBezTo>
                <ns1:cubicBezTo>
                  <ns1:pt x="16" y="59"/>
                  <ns1:pt x="36" y="38"/>
                  <ns1:pt x="61" y="36"/>
                </ns1:cubicBezTo>
                <ns1:cubicBezTo>
                  <ns1:pt x="61" y="64"/>
                  <ns1:pt x="61" y="64"/>
                  <ns1:pt x="61" y="64"/>
                </ns1:cubicBezTo>
                <ns1:cubicBezTo>
                  <ns1:pt x="61" y="68"/>
                  <ns1:pt x="65" y="72"/>
                  <ns1:pt x="69" y="72"/>
                </ns1:cubicBezTo>
                <ns1:cubicBezTo>
                  <ns1:pt x="73" y="72"/>
                  <ns1:pt x="77" y="68"/>
                  <ns1:pt x="77" y="64"/>
                </ns1:cubicBezTo>
                <ns1:cubicBezTo>
                  <ns1:pt x="77" y="36"/>
                  <ns1:pt x="77" y="36"/>
                  <ns1:pt x="77" y="36"/>
                </ns1:cubicBezTo>
                <ns1:cubicBezTo>
                  <ns1:pt x="129" y="36"/>
                  <ns1:pt x="129" y="36"/>
                  <ns1:pt x="129" y="36"/>
                </ns1:cubicBezTo>
                <ns1:cubicBezTo>
                  <ns1:pt x="129" y="64"/>
                  <ns1:pt x="129" y="64"/>
                  <ns1:pt x="129" y="64"/>
                </ns1:cubicBezTo>
                <ns1:cubicBezTo>
                  <ns1:pt x="129" y="68"/>
                  <ns1:pt x="133" y="72"/>
                  <ns1:pt x="137" y="72"/>
                </ns1:cubicBezTo>
                <ns1:cubicBezTo>
                  <ns1:pt x="141" y="72"/>
                  <ns1:pt x="145" y="68"/>
                  <ns1:pt x="145" y="64"/>
                </ns1:cubicBezTo>
                <ns1:cubicBezTo>
                  <ns1:pt x="145" y="36"/>
                  <ns1:pt x="145" y="36"/>
                  <ns1:pt x="145" y="36"/>
                </ns1:cubicBezTo>
                <ns1:cubicBezTo>
                  <ns1:pt x="197" y="36"/>
                  <ns1:pt x="197" y="36"/>
                  <ns1:pt x="197" y="36"/>
                </ns1:cubicBezTo>
                <ns1:cubicBezTo>
                  <ns1:pt x="197" y="64"/>
                  <ns1:pt x="197" y="64"/>
                  <ns1:pt x="197" y="64"/>
                </ns1:cubicBezTo>
                <ns1:cubicBezTo>
                  <ns1:pt x="197" y="68"/>
                  <ns1:pt x="201" y="72"/>
                  <ns1:pt x="205" y="72"/>
                </ns1:cubicBezTo>
                <ns1:cubicBezTo>
                  <ns1:pt x="209" y="72"/>
                  <ns1:pt x="213" y="68"/>
                  <ns1:pt x="213" y="64"/>
                </ns1:cubicBezTo>
                <ns1:cubicBezTo>
                  <ns1:pt x="213" y="36"/>
                  <ns1:pt x="213" y="36"/>
                  <ns1:pt x="213" y="36"/>
                </ns1:cubicBezTo>
                <ns1:cubicBezTo>
                  <ns1:pt x="265" y="36"/>
                  <ns1:pt x="265" y="36"/>
                  <ns1:pt x="265" y="36"/>
                </ns1:cubicBezTo>
                <ns1:cubicBezTo>
                  <ns1:pt x="265" y="64"/>
                  <ns1:pt x="265" y="64"/>
                  <ns1:pt x="265" y="64"/>
                </ns1:cubicBezTo>
                <ns1:cubicBezTo>
                  <ns1:pt x="265" y="68"/>
                  <ns1:pt x="269" y="72"/>
                  <ns1:pt x="273" y="72"/>
                </ns1:cubicBezTo>
                <ns1:cubicBezTo>
                  <ns1:pt x="277" y="72"/>
                  <ns1:pt x="281" y="68"/>
                  <ns1:pt x="281" y="64"/>
                </ns1:cubicBezTo>
                <ns1:cubicBezTo>
                  <ns1:pt x="281" y="36"/>
                  <ns1:pt x="281" y="36"/>
                  <ns1:pt x="281" y="36"/>
                </ns1:cubicBezTo>
                <ns1:cubicBezTo>
                  <ns1:pt x="306" y="38"/>
                  <ns1:pt x="326" y="59"/>
                  <ns1:pt x="326" y="85"/>
                </ns1:cubicBezTo>
                <ns1:lnTo>
                  <ns1:pt x="326" y="379"/>
                </ns1:lnTo>
                <ns1:close/>
                <ns1:moveTo>
                  <ns1:pt x="300" y="142"/>
                </ns1:moveTo>
                <ns1:cubicBezTo>
                  <ns1:pt x="300" y="146"/>
                  <ns1:pt x="296" y="150"/>
                  <ns1:pt x="292" y="150"/>
                </ns1:cubicBezTo>
                <ns1:cubicBezTo>
                  <ns1:pt x="52" y="150"/>
                  <ns1:pt x="52" y="150"/>
                  <ns1:pt x="52" y="150"/>
                </ns1:cubicBezTo>
                <ns1:cubicBezTo>
                  <ns1:pt x="48" y="150"/>
                  <ns1:pt x="44" y="146"/>
                  <ns1:pt x="44" y="142"/>
                </ns1:cubicBezTo>
                <ns1:cubicBezTo>
                  <ns1:pt x="44" y="137"/>
                  <ns1:pt x="48" y="134"/>
                  <ns1:pt x="52" y="134"/>
                </ns1:cubicBezTo>
                <ns1:cubicBezTo>
                  <ns1:pt x="292" y="134"/>
                  <ns1:pt x="292" y="134"/>
                  <ns1:pt x="292" y="134"/>
                </ns1:cubicBezTo>
                <ns1:cubicBezTo>
                  <ns1:pt x="296" y="134"/>
                  <ns1:pt x="300" y="137"/>
                  <ns1:pt x="300" y="142"/>
                </ns1:cubicBezTo>
                <ns1:close/>
                <ns1:moveTo>
                  <ns1:pt x="300" y="195"/>
                </ns1:moveTo>
                <ns1:cubicBezTo>
                  <ns1:pt x="300" y="200"/>
                  <ns1:pt x="296" y="203"/>
                  <ns1:pt x="292" y="203"/>
                </ns1:cubicBezTo>
                <ns1:cubicBezTo>
                  <ns1:pt x="52" y="203"/>
                  <ns1:pt x="52" y="203"/>
                  <ns1:pt x="52" y="203"/>
                </ns1:cubicBezTo>
                <ns1:cubicBezTo>
                  <ns1:pt x="48" y="203"/>
                  <ns1:pt x="44" y="200"/>
                  <ns1:pt x="44" y="195"/>
                </ns1:cubicBezTo>
                <ns1:cubicBezTo>
                  <ns1:pt x="44" y="191"/>
                  <ns1:pt x="48" y="187"/>
                  <ns1:pt x="52" y="187"/>
                </ns1:cubicBezTo>
                <ns1:cubicBezTo>
                  <ns1:pt x="292" y="187"/>
                  <ns1:pt x="292" y="187"/>
                  <ns1:pt x="292" y="187"/>
                </ns1:cubicBezTo>
                <ns1:cubicBezTo>
                  <ns1:pt x="296" y="187"/>
                  <ns1:pt x="300" y="191"/>
                  <ns1:pt x="300" y="195"/>
                </ns1:cubicBezTo>
                <ns1:close/>
                <ns1:moveTo>
                  <ns1:pt x="300" y="249"/>
                </ns1:moveTo>
                <ns1:cubicBezTo>
                  <ns1:pt x="300" y="253"/>
                  <ns1:pt x="296" y="257"/>
                  <ns1:pt x="292" y="257"/>
                </ns1:cubicBezTo>
                <ns1:cubicBezTo>
                  <ns1:pt x="52" y="257"/>
                  <ns1:pt x="52" y="257"/>
                  <ns1:pt x="52" y="257"/>
                </ns1:cubicBezTo>
                <ns1:cubicBezTo>
                  <ns1:pt x="48" y="257"/>
                  <ns1:pt x="44" y="253"/>
                  <ns1:pt x="44" y="249"/>
                </ns1:cubicBezTo>
                <ns1:cubicBezTo>
                  <ns1:pt x="44" y="244"/>
                  <ns1:pt x="48" y="241"/>
                  <ns1:pt x="52" y="241"/>
                </ns1:cubicBezTo>
                <ns1:cubicBezTo>
                  <ns1:pt x="292" y="241"/>
                  <ns1:pt x="292" y="241"/>
                  <ns1:pt x="292" y="241"/>
                </ns1:cubicBezTo>
                <ns1:cubicBezTo>
                  <ns1:pt x="296" y="241"/>
                  <ns1:pt x="300" y="244"/>
                  <ns1:pt x="300" y="249"/>
                </ns1:cubicBezTo>
                <ns1:close/>
                <ns1:moveTo>
                  <ns1:pt x="300" y="302"/>
                </ns1:moveTo>
                <ns1:cubicBezTo>
                  <ns1:pt x="300" y="307"/>
                  <ns1:pt x="296" y="310"/>
                  <ns1:pt x="292" y="310"/>
                </ns1:cubicBezTo>
                <ns1:cubicBezTo>
                  <ns1:pt x="52" y="310"/>
                  <ns1:pt x="52" y="310"/>
                  <ns1:pt x="52" y="310"/>
                </ns1:cubicBezTo>
                <ns1:cubicBezTo>
                  <ns1:pt x="48" y="310"/>
                  <ns1:pt x="44" y="307"/>
                  <ns1:pt x="44" y="302"/>
                </ns1:cubicBezTo>
                <ns1:cubicBezTo>
                  <ns1:pt x="44" y="298"/>
                  <ns1:pt x="48" y="294"/>
                  <ns1:pt x="52" y="294"/>
                </ns1:cubicBezTo>
                <ns1:cubicBezTo>
                  <ns1:pt x="292" y="294"/>
                  <ns1:pt x="292" y="294"/>
                  <ns1:pt x="292" y="294"/>
                </ns1:cubicBezTo>
                <ns1:cubicBezTo>
                  <ns1:pt x="296" y="294"/>
                  <ns1:pt x="300" y="298"/>
                  <ns1:pt x="300" y="302"/>
                </ns1:cubicBezTo>
                <ns1:close/>
                <ns1:moveTo>
                  <ns1:pt x="300" y="356"/>
                </ns1:moveTo>
                <ns1:cubicBezTo>
                  <ns1:pt x="300" y="360"/>
                  <ns1:pt x="296" y="364"/>
                  <ns1:pt x="292" y="364"/>
                </ns1:cubicBezTo>
                <ns1:cubicBezTo>
                  <ns1:pt x="52" y="364"/>
                  <ns1:pt x="52" y="364"/>
                  <ns1:pt x="52" y="364"/>
                </ns1:cubicBezTo>
                <ns1:cubicBezTo>
                  <ns1:pt x="48" y="364"/>
                  <ns1:pt x="44" y="360"/>
                  <ns1:pt x="44" y="356"/>
                </ns1:cubicBezTo>
                <ns1:cubicBezTo>
                  <ns1:pt x="44" y="352"/>
                  <ns1:pt x="48" y="348"/>
                  <ns1:pt x="52" y="348"/>
                </ns1:cubicBezTo>
                <ns1:cubicBezTo>
                  <ns1:pt x="292" y="348"/>
                  <ns1:pt x="292" y="348"/>
                  <ns1:pt x="292" y="348"/>
                </ns1:cubicBezTo>
                <ns1:cubicBezTo>
                  <ns1:pt x="296" y="348"/>
                  <ns1:pt x="300" y="352"/>
                  <ns1:pt x="300" y="356"/>
                </ns1:cubicBezTo>
                <ns1:close/>
              </ns1:path>
            </ns1:pathLst>
          </ns1:custGeom>
          <ns1:solidFill>
            <ns1:schemeClr val="bg1">
              <ns1:lumMod val="50000"/>
            </ns1:schemeClr>
          </ns1:solidFill>
          <ns1:ln w="3175">
            <ns1:solidFill>
              <ns1:schemeClr val="bg1">
                <ns1:lumMod val="50000"/>
              </ns1:schemeClr>
            </ns1:solidFill>
            <ns1:round/>
          </ns1:ln>
          <ns1:effectLst/>
        </ns0:spPr>
        <ns0:txBody>
          <ns1:bodyPr vert="horz" wrap="square" lIns="72536" tIns="36269" rIns="72536" bIns="36269" numCol="1" anchor="t" anchorCtr="0" compatLnSpc="1"/>
          <ns1:lstStyle/>
          <ns1:p>
            <ns1:pPr marL="0" marR="0" lvl="0" indent="0" algn="l" defTabSz="966790" rtl="0" eaLnBrk="1" fontAlgn="base" latinLnBrk="0" hangingPunct="1">
              <ns1:lnSpc>
                <ns1:spcPct val="100000"/>
              </ns1:lnSpc>
              <ns1:spcBef>
                <ns1:spcPct val="0"/>
              </ns1:spcBef>
              <ns1:spcAft>
                <ns1:spcPct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2135" b="0" i="0" u="none" strike="noStrike" kern="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72" name="矩形 71">
            <ns1:extLst>
              <ns1:ext uri="{FF2B5EF4-FFF2-40B4-BE49-F238E27FC236}">
                <ns2:creationId id="{8B0D33DF-74A6-4B61-9BEE-5C17A5A8C6D9}"/>
              </ns1:ext>
            </ns1:extLst>
          </ns0:cNvPr>
          <ns0:cNvSpPr/>
          <ns0:nvPr/>
        </ns0:nvSpPr>
        <ns0:spPr>
          <ns1:xfrm>
            <ns1:off x="3124928" y="2198214"/>
            <ns1:ext cx="1008791" cy="161711"/>
          </ns1:xfrm>
          <ns1:prstGeom prst="rect">
            <ns1:avLst/>
          </ns1:prstGeom>
        </ns0:spPr>
        <ns0:txBody>
          <ns1:bodyPr wrap="square" lIns="0" tIns="0" rIns="0" bIns="0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051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Wintel</ns1:t>
            </ns1:r>
            <ns1:endParaRPr kumimoji="0" lang="zh-CN" altLang="en-US" sz="1051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74" name="椭圆 73">
            <ns1:extLst>
              <ns1:ext uri="{FF2B5EF4-FFF2-40B4-BE49-F238E27FC236}">
                <ns2:creationId id="{3D019FD9-B691-4CA5-826D-0C6FB7BF57A1}"/>
              </ns1:ext>
            </ns1:extLst>
          </ns0:cNvPr>
          <ns0:cNvSpPr/>
          <ns0:nvPr/>
        </ns0:nvSpPr>
        <ns0:spPr>
          <ns1:xfrm>
            <ns1:off x="3313901" y="1598882"/>
            <ns1:ext cx="598880" cy="598879"/>
          </ns1:xfrm>
          <ns1:prstGeom prst="ellipse">
            <ns1:avLst/>
          </ns1:prstGeom>
          <ns1:gradFill flip="none" rotWithShape="1">
            <ns1:gsLst>
              <ns1:gs pos="0">
                <ns1:schemeClr val="bg1">
                  <ns1:lumMod val="75000"/>
                </ns1:schemeClr>
              </ns1:gs>
              <ns1:gs pos="100000">
                <ns1:schemeClr val="bg1">
                  <ns1:lumMod val="95000"/>
                </ns1:schemeClr>
              </ns1:gs>
            </ns1:gsLst>
            <ns1:lin ang="16200000" scaled="0"/>
          </ns1:gradFill>
          <ns1:ln>
            <ns1:noFill/>
          </ns1:ln>
        </ns0:spPr>
        <ns0:txBody>
          <ns1:bodyPr vert="horz" wrap="square" lIns="91385" tIns="45692" rIns="91385" bIns="45692" numCol="1" anchor="t" anchorCtr="0" compatLnSpc="1"/>
          <ns1:lstStyle/>
          <ns1:p>
            <ns1:pPr marL="0" marR="0" lvl="0" indent="0" algn="l" defTabSz="1219048" rtl="0" eaLnBrk="1" fontAlgn="auto" latinLnBrk="0" hangingPunct="1">
              <ns1:lnSpc>
                <ns1:spcPts val="5999"/>
              </ns1:lnSpc>
              <ns1:spcBef>
                <ns1:spcPts val="0"/>
              </ns1:spcBef>
              <ns1:spcAft>
                <ns1:spcPts val="0"/>
              </ns1:spcAft>
              <ns1:buClr>
                <ns1:srgbClr val="CC9900"/>
              </ns1:buClr>
              <ns1:buSzTx/>
              <ns1:buFontTx/>
              <ns1:buNone/>
              <ns1:tabLst/>
              <ns1:defRPr/>
            </ns1:pPr>
            <ns1:endParaRPr kumimoji="0" lang="zh-CN" altLang="en-US" sz="2399" b="0" i="0" u="none" strike="noStrike" kern="120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75" name="Freeform 167">
            <ns1:extLst>
              <ns1:ext uri="{FF2B5EF4-FFF2-40B4-BE49-F238E27FC236}">
                <ns2:creationId id="{8E2C36DD-E1CA-4E4A-8D38-3F41ED502346}"/>
              </ns1:ext>
            </ns1:extLst>
          </ns0:cNvPr>
          <ns0:cNvSpPr>
            <ns1:spLocks noEditPoints="1"/>
          </ns0:cNvSpPr>
          <ns0:nvPr/>
        </ns0:nvSpPr>
        <ns0:spPr bwMode="auto">
          <ns1:xfrm>
            <ns1:off x="3460904" y="1664337"/>
            <ns1:ext cx="304873" cy="423878"/>
          </ns1:xfrm>
          <ns1:custGeom>
            <ns1:avLst/>
            <ns1:gdLst>
              <ns1:gd name="T0" fmla="*/ 52 w 342"/>
              <ns1:gd name="T1" fmla="*/ 182 h 476"/>
              <ns1:gd name="T2" fmla="*/ 52 w 342"/>
              <ns1:gd name="T3" fmla="*/ 166 h 476"/>
              <ns1:gd name="T4" fmla="*/ 300 w 342"/>
              <ns1:gd name="T5" fmla="*/ 174 h 476"/>
              <ns1:gd name="T6" fmla="*/ 300 w 342"/>
              <ns1:gd name="T7" fmla="*/ 221 h 476"/>
              <ns1:gd name="T8" fmla="*/ 52 w 342"/>
              <ns1:gd name="T9" fmla="*/ 213 h 476"/>
              <ns1:gd name="T10" fmla="*/ 52 w 342"/>
              <ns1:gd name="T11" fmla="*/ 229 h 476"/>
              <ns1:gd name="T12" fmla="*/ 300 w 342"/>
              <ns1:gd name="T13" fmla="*/ 221 h 476"/>
              <ns1:gd name="T14" fmla="*/ 292 w 342"/>
              <ns1:gd name="T15" fmla="*/ 261 h 476"/>
              <ns1:gd name="T16" fmla="*/ 44 w 342"/>
              <ns1:gd name="T17" fmla="*/ 269 h 476"/>
              <ns1:gd name="T18" fmla="*/ 292 w 342"/>
              <ns1:gd name="T19" fmla="*/ 277 h 476"/>
              <ns1:gd name="T20" fmla="*/ 300 w 342"/>
              <ns1:gd name="T21" fmla="*/ 316 h 476"/>
              <ns1:gd name="T22" fmla="*/ 52 w 342"/>
              <ns1:gd name="T23" fmla="*/ 308 h 476"/>
              <ns1:gd name="T24" fmla="*/ 52 w 342"/>
              <ns1:gd name="T25" fmla="*/ 324 h 476"/>
              <ns1:gd name="T26" fmla="*/ 300 w 342"/>
              <ns1:gd name="T27" fmla="*/ 316 h 476"/>
              <ns1:gd name="T28" fmla="*/ 128 w 342"/>
              <ns1:gd name="T29" fmla="*/ 356 h 476"/>
              <ns1:gd name="T30" fmla="*/ 44 w 342"/>
              <ns1:gd name="T31" fmla="*/ 364 h 476"/>
              <ns1:gd name="T32" fmla="*/ 128 w 342"/>
              <ns1:gd name="T33" fmla="*/ 372 h 476"/>
              <ns1:gd name="T34" fmla="*/ 276 w 342"/>
              <ns1:gd name="T35" fmla="*/ 382 h 476"/>
              <ns1:gd name="T36" fmla="*/ 260 w 342"/>
              <ns1:gd name="T37" fmla="*/ 366 h 476"/>
              <ns1:gd name="T38" fmla="*/ 244 w 342"/>
              <ns1:gd name="T39" fmla="*/ 366 h 476"/>
              <ns1:gd name="T40" fmla="*/ 229 w 342"/>
              <ns1:gd name="T41" fmla="*/ 382 h 476"/>
              <ns1:gd name="T42" fmla="*/ 229 w 342"/>
              <ns1:gd name="T43" fmla="*/ 398 h 476"/>
              <ns1:gd name="T44" fmla="*/ 244 w 342"/>
              <ns1:gd name="T45" fmla="*/ 413 h 476"/>
              <ns1:gd name="T46" fmla="*/ 260 w 342"/>
              <ns1:gd name="T47" fmla="*/ 413 h 476"/>
              <ns1:gd name="T48" fmla="*/ 276 w 342"/>
              <ns1:gd name="T49" fmla="*/ 398 h 476"/>
              <ns1:gd name="T50" fmla="*/ 276 w 342"/>
              <ns1:gd name="T51" fmla="*/ 382 h 476"/>
              <ns1:gd name="T52" fmla="*/ 342 w 342"/>
              <ns1:gd name="T53" fmla="*/ 411 h 476"/>
              <ns1:gd name="T54" fmla="*/ 65 w 342"/>
              <ns1:gd name="T55" fmla="*/ 476 h 476"/>
              <ns1:gd name="T56" fmla="*/ 0 w 342"/>
              <ns1:gd name="T57" fmla="*/ 117 h 476"/>
              <ns1:gd name="T58" fmla="*/ 85 w 342"/>
              <ns1:gd name="T59" fmla="*/ 52 h 476"/>
              <ns1:gd name="T60" fmla="*/ 137 w 342"/>
              <ns1:gd name="T61" fmla="*/ 32 h 476"/>
              <ns1:gd name="T62" fmla="*/ 215 w 342"/>
              <ns1:gd name="T63" fmla="*/ 32 h 476"/>
              <ns1:gd name="T64" fmla="*/ 267 w 342"/>
              <ns1:gd name="T65" fmla="*/ 52 h 476"/>
              <ns1:gd name="T66" fmla="*/ 342 w 342"/>
              <ns1:gd name="T67" fmla="*/ 117 h 476"/>
              <ns1:gd name="T68" fmla="*/ 109 w 342"/>
              <ns1:gd name="T69" fmla="*/ 76 h 476"/>
              <ns1:gd name="T70" fmla="*/ 252 w 342"/>
              <ns1:gd name="T71" fmla="*/ 67 h 476"/>
              <ns1:gd name="T72" fmla="*/ 243 w 342"/>
              <ns1:gd name="T73" fmla="*/ 48 h 476"/>
              <ns1:gd name="T74" fmla="*/ 200 w 342"/>
              <ns1:gd name="T75" fmla="*/ 40 h 476"/>
              <ns1:gd name="T76" fmla="*/ 152 w 342"/>
              <ns1:gd name="T77" fmla="*/ 40 h 476"/>
              <ns1:gd name="T78" fmla="*/ 109 w 342"/>
              <ns1:gd name="T79" fmla="*/ 48 h 476"/>
              <ns1:gd name="T80" fmla="*/ 100 w 342"/>
              <ns1:gd name="T81" fmla="*/ 67 h 476"/>
              <ns1:gd name="T82" fmla="*/ 277 w 342"/>
              <ns1:gd name="T83" fmla="*/ 68 h 476"/>
              <ns1:gd name="T84" fmla="*/ 243 w 342"/>
              <ns1:gd name="T85" fmla="*/ 92 h 476"/>
              <ns1:gd name="T86" fmla="*/ 84 w 342"/>
              <ns1:gd name="T87" fmla="*/ 68 h 476"/>
              <ns1:gd name="T88" fmla="*/ 16 w 342"/>
              <ns1:gd name="T89" fmla="*/ 117 h 476"/>
              <ns1:gd name="T90" fmla="*/ 65 w 342"/>
              <ns1:gd name="T91" fmla="*/ 460 h 476"/>
              <ns1:gd name="T92" fmla="*/ 326 w 342"/>
              <ns1:gd name="T93" fmla="*/ 411 h 476"/>
            </ns1:gdLst>
            <ns1:ahLst/>
            <ns1:cxnLst>
              <ns1:cxn ang="0">
                <ns1:pos x="T0" y="T1"/>
              </ns1:cxn>
              <ns1:cxn ang="0">
                <ns1:pos x="T2" y="T3"/>
              </ns1:cxn>
              <ns1:cxn ang="0">
                <ns1:pos x="T4" y="T5"/>
              </ns1:cxn>
              <ns1:cxn ang="0">
                <ns1:pos x="T6" y="T7"/>
              </ns1:cxn>
              <ns1:cxn ang="0">
                <ns1:pos x="T8" y="T9"/>
              </ns1:cxn>
              <ns1:cxn ang="0">
                <ns1:pos x="T10" y="T11"/>
              </ns1:cxn>
              <ns1:cxn ang="0">
                <ns1:pos x="T12" y="T13"/>
              </ns1:cxn>
              <ns1:cxn ang="0">
                <ns1:pos x="T14" y="T15"/>
              </ns1:cxn>
              <ns1:cxn ang="0">
                <ns1:pos x="T16" y="T17"/>
              </ns1:cxn>
              <ns1:cxn ang="0">
                <ns1:pos x="T18" y="T19"/>
              </ns1:cxn>
              <ns1:cxn ang="0">
                <ns1:pos x="T20" y="T21"/>
              </ns1:cxn>
              <ns1:cxn ang="0">
                <ns1:pos x="T22" y="T23"/>
              </ns1:cxn>
              <ns1:cxn ang="0">
                <ns1:pos x="T24" y="T25"/>
              </ns1:cxn>
              <ns1:cxn ang="0">
                <ns1:pos x="T26" y="T27"/>
              </ns1:cxn>
              <ns1:cxn ang="0">
                <ns1:pos x="T28" y="T29"/>
              </ns1:cxn>
              <ns1:cxn ang="0">
                <ns1:pos x="T30" y="T31"/>
              </ns1:cxn>
              <ns1:cxn ang="0">
                <ns1:pos x="T32" y="T33"/>
              </ns1:cxn>
              <ns1:cxn ang="0">
                <ns1:pos x="T34" y="T35"/>
              </ns1:cxn>
              <ns1:cxn ang="0">
                <ns1:pos x="T36" y="T37"/>
              </ns1:cxn>
              <ns1:cxn ang="0">
                <ns1:pos x="T38" y="T39"/>
              </ns1:cxn>
              <ns1:cxn ang="0">
                <ns1:pos x="T40" y="T41"/>
              </ns1:cxn>
              <ns1:cxn ang="0">
                <ns1:pos x="T42" y="T43"/>
              </ns1:cxn>
              <ns1:cxn ang="0">
                <ns1:pos x="T44" y="T45"/>
              </ns1:cxn>
              <ns1:cxn ang="0">
                <ns1:pos x="T46" y="T47"/>
              </ns1:cxn>
              <ns1:cxn ang="0">
                <ns1:pos x="T48" y="T49"/>
              </ns1:cxn>
              <ns1:cxn ang="0">
                <ns1:pos x="T50" y="T51"/>
              </ns1:cxn>
              <ns1:cxn ang="0">
                <ns1:pos x="T52" y="T53"/>
              </ns1:cxn>
              <ns1:cxn ang="0">
                <ns1:pos x="T54" y="T55"/>
              </ns1:cxn>
              <ns1:cxn ang="0">
                <ns1:pos x="T56" y="T57"/>
              </ns1:cxn>
              <ns1:cxn ang="0">
                <ns1:pos x="T58" y="T59"/>
              </ns1:cxn>
              <ns1:cxn ang="0">
                <ns1:pos x="T60" y="T61"/>
              </ns1:cxn>
              <ns1:cxn ang="0">
                <ns1:pos x="T62" y="T63"/>
              </ns1:cxn>
              <ns1:cxn ang="0">
                <ns1:pos x="T64" y="T65"/>
              </ns1:cxn>
              <ns1:cxn ang="0">
                <ns1:pos x="T66" y="T67"/>
              </ns1:cxn>
              <ns1:cxn ang="0">
                <ns1:pos x="T68" y="T69"/>
              </ns1:cxn>
              <ns1:cxn ang="0">
                <ns1:pos x="T70" y="T71"/>
              </ns1:cxn>
              <ns1:cxn ang="0">
                <ns1:pos x="T72" y="T73"/>
              </ns1:cxn>
              <ns1:cxn ang="0">
                <ns1:pos x="T74" y="T75"/>
              </ns1:cxn>
              <ns1:cxn ang="0">
                <ns1:pos x="T76" y="T77"/>
              </ns1:cxn>
              <ns1:cxn ang="0">
                <ns1:pos x="T78" y="T79"/>
              </ns1:cxn>
              <ns1:cxn ang="0">
                <ns1:pos x="T80" y="T81"/>
              </ns1:cxn>
              <ns1:cxn ang="0">
                <ns1:pos x="T82" y="T83"/>
              </ns1:cxn>
              <ns1:cxn ang="0">
                <ns1:pos x="T84" y="T85"/>
              </ns1:cxn>
              <ns1:cxn ang="0">
                <ns1:pos x="T86" y="T87"/>
              </ns1:cxn>
              <ns1:cxn ang="0">
                <ns1:pos x="T88" y="T89"/>
              </ns1:cxn>
              <ns1:cxn ang="0">
                <ns1:pos x="T90" y="T91"/>
              </ns1:cxn>
              <ns1:cxn ang="0">
                <ns1:pos x="T92" y="T93"/>
              </ns1:cxn>
            </ns1:cxnLst>
            <ns1:rect l="0" t="0" r="r" b="b"/>
            <ns1:pathLst>
              <ns1:path w="342" h="476">
                <ns1:moveTo>
                  <ns1:pt x="292" y="182"/>
                </ns1:moveTo>
                <ns1:cubicBezTo>
                  <ns1:pt x="52" y="182"/>
                  <ns1:pt x="52" y="182"/>
                  <ns1:pt x="52" y="182"/>
                </ns1:cubicBezTo>
                <ns1:cubicBezTo>
                  <ns1:pt x="48" y="182"/>
                  <ns1:pt x="44" y="178"/>
                  <ns1:pt x="44" y="174"/>
                </ns1:cubicBezTo>
                <ns1:cubicBezTo>
                  <ns1:pt x="44" y="169"/>
                  <ns1:pt x="48" y="166"/>
                  <ns1:pt x="52" y="166"/>
                </ns1:cubicBezTo>
                <ns1:cubicBezTo>
                  <ns1:pt x="292" y="166"/>
                  <ns1:pt x="292" y="166"/>
                  <ns1:pt x="292" y="166"/>
                </ns1:cubicBezTo>
                <ns1:cubicBezTo>
                  <ns1:pt x="296" y="166"/>
                  <ns1:pt x="300" y="169"/>
                  <ns1:pt x="300" y="174"/>
                </ns1:cubicBezTo>
                <ns1:cubicBezTo>
                  <ns1:pt x="300" y="178"/>
                  <ns1:pt x="296" y="182"/>
                  <ns1:pt x="292" y="182"/>
                </ns1:cubicBezTo>
                <ns1:close/>
                <ns1:moveTo>
                  <ns1:pt x="300" y="221"/>
                </ns1:moveTo>
                <ns1:cubicBezTo>
                  <ns1:pt x="300" y="217"/>
                  <ns1:pt x="296" y="213"/>
                  <ns1:pt x="292" y="213"/>
                </ns1:cubicBezTo>
                <ns1:cubicBezTo>
                  <ns1:pt x="52" y="213"/>
                  <ns1:pt x="52" y="213"/>
                  <ns1:pt x="52" y="213"/>
                </ns1:cubicBezTo>
                <ns1:cubicBezTo>
                  <ns1:pt x="48" y="213"/>
                  <ns1:pt x="44" y="217"/>
                  <ns1:pt x="44" y="221"/>
                </ns1:cubicBezTo>
                <ns1:cubicBezTo>
                  <ns1:pt x="44" y="226"/>
                  <ns1:pt x="48" y="229"/>
                  <ns1:pt x="52" y="229"/>
                </ns1:cubicBezTo>
                <ns1:cubicBezTo>
                  <ns1:pt x="292" y="229"/>
                  <ns1:pt x="292" y="229"/>
                  <ns1:pt x="292" y="229"/>
                </ns1:cubicBezTo>
                <ns1:cubicBezTo>
                  <ns1:pt x="296" y="229"/>
                  <ns1:pt x="300" y="226"/>
                  <ns1:pt x="300" y="221"/>
                </ns1:cubicBezTo>
                <ns1:close/>
                <ns1:moveTo>
                  <ns1:pt x="300" y="269"/>
                </ns1:moveTo>
                <ns1:cubicBezTo>
                  <ns1:pt x="300" y="264"/>
                  <ns1:pt x="296" y="261"/>
                  <ns1:pt x="292" y="261"/>
                </ns1:cubicBezTo>
                <ns1:cubicBezTo>
                  <ns1:pt x="52" y="261"/>
                  <ns1:pt x="52" y="261"/>
                  <ns1:pt x="52" y="261"/>
                </ns1:cubicBezTo>
                <ns1:cubicBezTo>
                  <ns1:pt x="48" y="261"/>
                  <ns1:pt x="44" y="264"/>
                  <ns1:pt x="44" y="269"/>
                </ns1:cubicBezTo>
                <ns1:cubicBezTo>
                  <ns1:pt x="44" y="273"/>
                  <ns1:pt x="48" y="277"/>
                  <ns1:pt x="52" y="277"/>
                </ns1:cubicBezTo>
                <ns1:cubicBezTo>
                  <ns1:pt x="292" y="277"/>
                  <ns1:pt x="292" y="277"/>
                  <ns1:pt x="292" y="277"/>
                </ns1:cubicBezTo>
                <ns1:cubicBezTo>
                  <ns1:pt x="296" y="277"/>
                  <ns1:pt x="300" y="273"/>
                  <ns1:pt x="300" y="269"/>
                </ns1:cubicBezTo>
                <ns1:close/>
                <ns1:moveTo>
                  <ns1:pt x="300" y="316"/>
                </ns1:moveTo>
                <ns1:cubicBezTo>
                  <ns1:pt x="300" y="312"/>
                  <ns1:pt x="296" y="308"/>
                  <ns1:pt x="292" y="308"/>
                </ns1:cubicBezTo>
                <ns1:cubicBezTo>
                  <ns1:pt x="52" y="308"/>
                  <ns1:pt x="52" y="308"/>
                  <ns1:pt x="52" y="308"/>
                </ns1:cubicBezTo>
                <ns1:cubicBezTo>
                  <ns1:pt x="48" y="308"/>
                  <ns1:pt x="44" y="312"/>
                  <ns1:pt x="44" y="316"/>
                </ns1:cubicBezTo>
                <ns1:cubicBezTo>
                  <ns1:pt x="44" y="321"/>
                  <ns1:pt x="48" y="324"/>
                  <ns1:pt x="52" y="324"/>
                </ns1:cubicBezTo>
                <ns1:cubicBezTo>
                  <ns1:pt x="292" y="324"/>
                  <ns1:pt x="292" y="324"/>
                  <ns1:pt x="292" y="324"/>
                </ns1:cubicBezTo>
                <ns1:cubicBezTo>
                  <ns1:pt x="296" y="324"/>
                  <ns1:pt x="300" y="321"/>
                  <ns1:pt x="300" y="316"/>
                </ns1:cubicBezTo>
                <ns1:close/>
                <ns1:moveTo>
                  <ns1:pt x="136" y="364"/>
                </ns1:moveTo>
                <ns1:cubicBezTo>
                  <ns1:pt x="136" y="360"/>
                  <ns1:pt x="132" y="356"/>
                  <ns1:pt x="128" y="356"/>
                </ns1:cubicBezTo>
                <ns1:cubicBezTo>
                  <ns1:pt x="52" y="356"/>
                  <ns1:pt x="52" y="356"/>
                  <ns1:pt x="52" y="356"/>
                </ns1:cubicBezTo>
                <ns1:cubicBezTo>
                  <ns1:pt x="48" y="356"/>
                  <ns1:pt x="44" y="360"/>
                  <ns1:pt x="44" y="364"/>
                </ns1:cubicBezTo>
                <ns1:cubicBezTo>
                  <ns1:pt x="44" y="368"/>
                  <ns1:pt x="48" y="372"/>
                  <ns1:pt x="52" y="372"/>
                </ns1:cubicBezTo>
                <ns1:cubicBezTo>
                  <ns1:pt x="128" y="372"/>
                  <ns1:pt x="128" y="372"/>
                  <ns1:pt x="128" y="372"/>
                </ns1:cubicBezTo>
                <ns1:cubicBezTo>
                  <ns1:pt x="132" y="372"/>
                  <ns1:pt x="136" y="368"/>
                  <ns1:pt x="136" y="364"/>
                </ns1:cubicBezTo>
                <ns1:close/>
                <ns1:moveTo>
                  <ns1:pt x="276" y="382"/>
                </ns1:moveTo>
                <ns1:cubicBezTo>
                  <ns1:pt x="260" y="382"/>
                  <ns1:pt x="260" y="382"/>
                  <ns1:pt x="260" y="382"/>
                </ns1:cubicBezTo>
                <ns1:cubicBezTo>
                  <ns1:pt x="260" y="366"/>
                  <ns1:pt x="260" y="366"/>
                  <ns1:pt x="260" y="366"/>
                </ns1:cubicBezTo>
                <ns1:cubicBezTo>
                  <ns1:pt x="260" y="362"/>
                  <ns1:pt x="257" y="358"/>
                  <ns1:pt x="252" y="358"/>
                </ns1:cubicBezTo>
                <ns1:cubicBezTo>
                  <ns1:pt x="248" y="358"/>
                  <ns1:pt x="244" y="362"/>
                  <ns1:pt x="244" y="366"/>
                </ns1:cubicBezTo>
                <ns1:cubicBezTo>
                  <ns1:pt x="244" y="382"/>
                  <ns1:pt x="244" y="382"/>
                  <ns1:pt x="244" y="382"/>
                </ns1:cubicBezTo>
                <ns1:cubicBezTo>
                  <ns1:pt x="229" y="382"/>
                  <ns1:pt x="229" y="382"/>
                  <ns1:pt x="229" y="382"/>
                </ns1:cubicBezTo>
                <ns1:cubicBezTo>
                  <ns1:pt x="225" y="382"/>
                  <ns1:pt x="221" y="385"/>
                  <ns1:pt x="221" y="390"/>
                </ns1:cubicBezTo>
                <ns1:cubicBezTo>
                  <ns1:pt x="221" y="394"/>
                  <ns1:pt x="225" y="398"/>
                  <ns1:pt x="229" y="398"/>
                </ns1:cubicBezTo>
                <ns1:cubicBezTo>
                  <ns1:pt x="244" y="398"/>
                  <ns1:pt x="244" y="398"/>
                  <ns1:pt x="244" y="398"/>
                </ns1:cubicBezTo>
                <ns1:cubicBezTo>
                  <ns1:pt x="244" y="413"/>
                  <ns1:pt x="244" y="413"/>
                  <ns1:pt x="244" y="413"/>
                </ns1:cubicBezTo>
                <ns1:cubicBezTo>
                  <ns1:pt x="244" y="417"/>
                  <ns1:pt x="248" y="421"/>
                  <ns1:pt x="252" y="421"/>
                </ns1:cubicBezTo>
                <ns1:cubicBezTo>
                  <ns1:pt x="257" y="421"/>
                  <ns1:pt x="260" y="417"/>
                  <ns1:pt x="260" y="413"/>
                </ns1:cubicBezTo>
                <ns1:cubicBezTo>
                  <ns1:pt x="260" y="398"/>
                  <ns1:pt x="260" y="398"/>
                  <ns1:pt x="260" y="398"/>
                </ns1:cubicBezTo>
                <ns1:cubicBezTo>
                  <ns1:pt x="276" y="398"/>
                  <ns1:pt x="276" y="398"/>
                  <ns1:pt x="276" y="398"/>
                </ns1:cubicBezTo>
                <ns1:cubicBezTo>
                  <ns1:pt x="280" y="398"/>
                  <ns1:pt x="284" y="394"/>
                  <ns1:pt x="284" y="390"/>
                </ns1:cubicBezTo>
                <ns1:cubicBezTo>
                  <ns1:pt x="284" y="385"/>
                  <ns1:pt x="280" y="382"/>
                  <ns1:pt x="276" y="382"/>
                </ns1:cubicBezTo>
                <ns1:close/>
                <ns1:moveTo>
                  <ns1:pt x="342" y="117"/>
                </ns1:moveTo>
                <ns1:cubicBezTo>
                  <ns1:pt x="342" y="411"/>
                  <ns1:pt x="342" y="411"/>
                  <ns1:pt x="342" y="411"/>
                </ns1:cubicBezTo>
                <ns1:cubicBezTo>
                  <ns1:pt x="342" y="447"/>
                  <ns1:pt x="313" y="476"/>
                  <ns1:pt x="277" y="476"/>
                </ns1:cubicBezTo>
                <ns1:cubicBezTo>
                  <ns1:pt x="65" y="476"/>
                  <ns1:pt x="65" y="476"/>
                  <ns1:pt x="65" y="476"/>
                </ns1:cubicBezTo>
                <ns1:cubicBezTo>
                  <ns1:pt x="29" y="476"/>
                  <ns1:pt x="0" y="447"/>
                  <ns1:pt x="0" y="411"/>
                </ns1:cubicBezTo>
                <ns1:cubicBezTo>
                  <ns1:pt x="0" y="117"/>
                  <ns1:pt x="0" y="117"/>
                  <ns1:pt x="0" y="117"/>
                </ns1:cubicBezTo>
                <ns1:cubicBezTo>
                  <ns1:pt x="0" y="81"/>
                  <ns1:pt x="29" y="52"/>
                  <ns1:pt x="65" y="52"/>
                </ns1:cubicBezTo>
                <ns1:cubicBezTo>
                  <ns1:pt x="85" y="52"/>
                  <ns1:pt x="85" y="52"/>
                  <ns1:pt x="85" y="52"/>
                </ns1:cubicBezTo>
                <ns1:cubicBezTo>
                  <ns1:pt x="87" y="41"/>
                  <ns1:pt x="97" y="32"/>
                  <ns1:pt x="109" y="32"/>
                </ns1:cubicBezTo>
                <ns1:cubicBezTo>
                  <ns1:pt x="137" y="32"/>
                  <ns1:pt x="137" y="32"/>
                  <ns1:pt x="137" y="32"/>
                </ns1:cubicBezTo>
                <ns1:cubicBezTo>
                  <ns1:pt x="141" y="14"/>
                  <ns1:pt x="157" y="0"/>
                  <ns1:pt x="176" y="0"/>
                </ns1:cubicBezTo>
                <ns1:cubicBezTo>
                  <ns1:pt x="195" y="0"/>
                  <ns1:pt x="211" y="14"/>
                  <ns1:pt x="215" y="32"/>
                </ns1:cubicBezTo>
                <ns1:cubicBezTo>
                  <ns1:pt x="243" y="32"/>
                  <ns1:pt x="243" y="32"/>
                  <ns1:pt x="243" y="32"/>
                </ns1:cubicBezTo>
                <ns1:cubicBezTo>
                  <ns1:pt x="255" y="32"/>
                  <ns1:pt x="265" y="41"/>
                  <ns1:pt x="267" y="52"/>
                </ns1:cubicBezTo>
                <ns1:cubicBezTo>
                  <ns1:pt x="277" y="52"/>
                  <ns1:pt x="277" y="52"/>
                  <ns1:pt x="277" y="52"/>
                </ns1:cubicBezTo>
                <ns1:cubicBezTo>
                  <ns1:pt x="313" y="52"/>
                  <ns1:pt x="342" y="81"/>
                  <ns1:pt x="342" y="117"/>
                </ns1:cubicBezTo>
                <ns1:close/>
                <ns1:moveTo>
                  <ns1:pt x="100" y="67"/>
                </ns1:moveTo>
                <ns1:cubicBezTo>
                  <ns1:pt x="100" y="72"/>
                  <ns1:pt x="104" y="76"/>
                  <ns1:pt x="109" y="76"/>
                </ns1:cubicBezTo>
                <ns1:cubicBezTo>
                  <ns1:pt x="243" y="76"/>
                  <ns1:pt x="243" y="76"/>
                  <ns1:pt x="243" y="76"/>
                </ns1:cubicBezTo>
                <ns1:cubicBezTo>
                  <ns1:pt x="248" y="76"/>
                  <ns1:pt x="252" y="72"/>
                  <ns1:pt x="252" y="67"/>
                </ns1:cubicBezTo>
                <ns1:cubicBezTo>
                  <ns1:pt x="252" y="57"/>
                  <ns1:pt x="252" y="57"/>
                  <ns1:pt x="252" y="57"/>
                </ns1:cubicBezTo>
                <ns1:cubicBezTo>
                  <ns1:pt x="252" y="52"/>
                  <ns1:pt x="248" y="48"/>
                  <ns1:pt x="243" y="48"/>
                </ns1:cubicBezTo>
                <ns1:cubicBezTo>
                  <ns1:pt x="200" y="48"/>
                  <ns1:pt x="200" y="48"/>
                  <ns1:pt x="200" y="48"/>
                </ns1:cubicBezTo>
                <ns1:cubicBezTo>
                  <ns1:pt x="200" y="40"/>
                  <ns1:pt x="200" y="40"/>
                  <ns1:pt x="200" y="40"/>
                </ns1:cubicBezTo>
                <ns1:cubicBezTo>
                  <ns1:pt x="200" y="27"/>
                  <ns1:pt x="189" y="16"/>
                  <ns1:pt x="176" y="16"/>
                </ns1:cubicBezTo>
                <ns1:cubicBezTo>
                  <ns1:pt x="163" y="16"/>
                  <ns1:pt x="152" y="27"/>
                  <ns1:pt x="152" y="40"/>
                </ns1:cubicBezTo>
                <ns1:cubicBezTo>
                  <ns1:pt x="152" y="48"/>
                  <ns1:pt x="152" y="48"/>
                  <ns1:pt x="152" y="48"/>
                </ns1:cubicBezTo>
                <ns1:cubicBezTo>
                  <ns1:pt x="109" y="48"/>
                  <ns1:pt x="109" y="48"/>
                  <ns1:pt x="109" y="48"/>
                </ns1:cubicBezTo>
                <ns1:cubicBezTo>
                  <ns1:pt x="104" y="48"/>
                  <ns1:pt x="100" y="52"/>
                  <ns1:pt x="100" y="57"/>
                </ns1:cubicBezTo>
                <ns1:lnTo>
                  <ns1:pt x="100" y="67"/>
                </ns1:lnTo>
                <ns1:close/>
                <ns1:moveTo>
                  <ns1:pt x="326" y="117"/>
                </ns1:moveTo>
                <ns1:cubicBezTo>
                  <ns1:pt x="326" y="90"/>
                  <ns1:pt x="304" y="68"/>
                  <ns1:pt x="277" y="68"/>
                </ns1:cubicBezTo>
                <ns1:cubicBezTo>
                  <ns1:pt x="268" y="68"/>
                  <ns1:pt x="268" y="68"/>
                  <ns1:pt x="268" y="68"/>
                </ns1:cubicBezTo>
                <ns1:cubicBezTo>
                  <ns1:pt x="267" y="81"/>
                  <ns1:pt x="256" y="92"/>
                  <ns1:pt x="243" y="92"/>
                </ns1:cubicBezTo>
                <ns1:cubicBezTo>
                  <ns1:pt x="109" y="92"/>
                  <ns1:pt x="109" y="92"/>
                  <ns1:pt x="109" y="92"/>
                </ns1:cubicBezTo>
                <ns1:cubicBezTo>
                  <ns1:pt x="96" y="92"/>
                  <ns1:pt x="85" y="81"/>
                  <ns1:pt x="84" y="68"/>
                </ns1:cubicBezTo>
                <ns1:cubicBezTo>
                  <ns1:pt x="65" y="68"/>
                  <ns1:pt x="65" y="68"/>
                  <ns1:pt x="65" y="68"/>
                </ns1:cubicBezTo>
                <ns1:cubicBezTo>
                  <ns1:pt x="38" y="68"/>
                  <ns1:pt x="16" y="90"/>
                  <ns1:pt x="16" y="117"/>
                </ns1:cubicBezTo>
                <ns1:cubicBezTo>
                  <ns1:pt x="16" y="411"/>
                  <ns1:pt x="16" y="411"/>
                  <ns1:pt x="16" y="411"/>
                </ns1:cubicBezTo>
                <ns1:cubicBezTo>
                  <ns1:pt x="16" y="438"/>
                  <ns1:pt x="38" y="460"/>
                  <ns1:pt x="65" y="460"/>
                </ns1:cubicBezTo>
                <ns1:cubicBezTo>
                  <ns1:pt x="277" y="460"/>
                  <ns1:pt x="277" y="460"/>
                  <ns1:pt x="277" y="460"/>
                </ns1:cubicBezTo>
                <ns1:cubicBezTo>
                  <ns1:pt x="304" y="460"/>
                  <ns1:pt x="326" y="438"/>
                  <ns1:pt x="326" y="411"/>
                </ns1:cubicBezTo>
                <ns1:lnTo>
                  <ns1:pt x="326" y="117"/>
                </ns1:lnTo>
                <ns1:close/>
              </ns1:path>
            </ns1:pathLst>
          </ns1:custGeom>
          <ns1:solidFill>
            <ns1:schemeClr val="bg1">
              <ns1:lumMod val="50000"/>
            </ns1:schemeClr>
          </ns1:solidFill>
          <ns1:ln w="3175">
            <ns1:solidFill>
              <ns1:schemeClr val="bg1">
                <ns1:lumMod val="50000"/>
              </ns1:schemeClr>
            </ns1:solidFill>
            <ns1:round/>
          </ns1:ln>
          <ns1:effectLst/>
        </ns0:spPr>
        <ns0:txBody>
          <ns1:bodyPr vert="horz" wrap="square" lIns="72536" tIns="36269" rIns="72536" bIns="36269" numCol="1" anchor="t" anchorCtr="0" compatLnSpc="1"/>
          <ns1:lstStyle/>
          <ns1:p>
            <ns1:pPr marL="0" marR="0" lvl="0" indent="0" algn="l" defTabSz="966790" rtl="0" eaLnBrk="1" fontAlgn="base" latinLnBrk="0" hangingPunct="1">
              <ns1:lnSpc>
                <ns1:spcPct val="100000"/>
              </ns1:lnSpc>
              <ns1:spcBef>
                <ns1:spcPct val="0"/>
              </ns1:spcBef>
              <ns1:spcAft>
                <ns1:spcPct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2135" b="0" i="0" u="none" strike="noStrike" kern="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76" name="Freeform 7">
            <ns1:extLst>
              <ns1:ext uri="{FF2B5EF4-FFF2-40B4-BE49-F238E27FC236}">
                <ns2:creationId id="{BF7AAC4F-CBEA-4854-B900-CBC8191A145A}"/>
              </ns1:ext>
            </ns1:extLst>
          </ns0:cNvPr>
          <ns0:cNvSpPr>
            <ns1:spLocks noChangeAspect="1"/>
          </ns0:cNvSpPr>
          <ns0:nvPr/>
        </ns0:nvSpPr>
        <ns0:spPr bwMode="auto">
          <ns1:xfrm>
            <ns1:off x="104694" y="2575561"/>
            <ns1:ext cx="5591009" cy="632411"/>
          </ns1:xfrm>
          <ns1:custGeom>
            <ns1:avLst/>
            <ns1:gdLst/>
            <ns1:ahLst/>
            <ns1:cxnLst>
              <ns1:cxn ang="0">
                <ns1:pos x="577" y="30"/>
              </ns1:cxn>
              <ns1:cxn ang="0">
                <ns1:pos x="1154" y="384"/>
              </ns1:cxn>
              <ns1:cxn ang="0">
                <ns1:pos x="577" y="0"/>
              </ns1:cxn>
              <ns1:cxn ang="0">
                <ns1:pos x="0" y="384"/>
              </ns1:cxn>
              <ns1:cxn ang="0">
                <ns1:pos x="577" y="30"/>
              </ns1:cxn>
            </ns1:cxnLst>
            <ns1:rect l="0" t="0" r="r" b="b"/>
            <ns1:pathLst>
              <ns1:path w="1154" h="384">
                <ns1:moveTo>
                  <ns1:pt x="577" y="30"/>
                </ns1:moveTo>
                <ns1:cubicBezTo>
                  <ns1:pt x="829" y="30"/>
                  <ns1:pt x="1047" y="174"/>
                  <ns1:pt x="1154" y="384"/>
                </ns1:cubicBezTo>
                <ns1:cubicBezTo>
                  <ns1:pt x="1060" y="159"/>
                  <ns1:pt x="837" y="0"/>
                  <ns1:pt x="577" y="0"/>
                </ns1:cubicBezTo>
                <ns1:cubicBezTo>
                  <ns1:pt x="318" y="0"/>
                  <ns1:pt x="95" y="159"/>
                  <ns1:pt x="0" y="384"/>
                </ns1:cubicBezTo>
                <ns1:cubicBezTo>
                  <ns1:pt x="107" y="174"/>
                  <ns1:pt x="326" y="30"/>
                  <ns1:pt x="577" y="30"/>
                </ns1:cubicBezTo>
                <ns1:close/>
              </ns1:path>
            </ns1:pathLst>
          </ns1:custGeom>
          <ns1:gradFill flip="none" rotWithShape="1">
            <ns1:gsLst>
              <ns1:gs pos="18000">
                <ns1:srgbClr val="0070C0"/>
              </ns1:gs>
              <ns1:gs pos="0">
                <ns1:srgbClr val="0070C0">
                  <ns1:alpha val="38000"/>
                </ns1:srgbClr>
              </ns1:gs>
              <ns1:gs pos="42000">
                <ns1:schemeClr val="bg1">
                  <ns1:lumMod val="95000"/>
                </ns1:schemeClr>
              </ns1:gs>
              <ns1:gs pos="67000">
                <ns1:schemeClr val="bg1">
                  <ns1:lumMod val="95000"/>
                </ns1:schemeClr>
              </ns1:gs>
            </ns1:gsLst>
            <ns1:lin ang="5400000" scaled="1"/>
            <ns1:tileRect/>
          </ns1:gradFill>
          <ns1:ln w="6350">
            <ns1:gradFill flip="none" rotWithShape="1">
              <ns1:gsLst>
                <ns1:gs pos="0">
                  <ns1:schemeClr val="bg1">
                    <ns1:alpha val="64000"/>
                  </ns1:schemeClr>
                </ns1:gs>
                <ns1:gs pos="51000">
                  <ns1:srgbClr val="63B0D9">
                    <ns1:alpha val="0"/>
                  </ns1:srgbClr>
                </ns1:gs>
              </ns1:gsLst>
              <ns1:lin ang="5400000" scaled="1"/>
              <ns1:tileRect/>
            </ns1:gra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91395" tIns="45696" rIns="91395" bIns="45696" anchor="ctr"/>
          <ns1:lstStyle/>
          <ns1:p>
            <ns1:pPr marL="0" marR="0" lvl="0" indent="0" algn="l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endParaRPr kumimoji="0" lang="zh-CN" altLang="en-US" sz="2399" b="0" i="0" u="none" strike="noStrike" kern="1200" cap="none" spc="0" normalizeH="0" baseline="0" noProof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grpSp>
        <ns0:nvGrpSpPr>
          <ns0:cNvPr id="77" name="2112058782">
            <ns1:extLst>
              <ns1:ext uri="{FF2B5EF4-FFF2-40B4-BE49-F238E27FC236}">
                <ns2:creationId id="{B103AD24-2BD1-439F-A918-14202777AC0F}"/>
              </ns1:ext>
            </ns1:extLst>
          </ns0:cNvPr>
          <ns0:cNvGrpSpPr/>
          <ns0:nvPr/>
        </ns0:nvGrpSpPr>
        <ns0:grpSpPr>
          <ns1:xfrm>
            <ns1:off x="1232025" y="3181689"/>
            <ns1:ext cx="4252176" cy="479152"/>
            <ns1:chOff x="1401318" y="3532521"/>
            <ns1:chExt cx="4253283" cy="479273"/>
          </ns1:xfrm>
        </ns0:grpSpPr>
        <ns0:sp>
          <ns0:nvSpPr>
            <ns0:cNvPr id="78" name="文本框 659">
              <ns1:extLst>
                <ns1:ext uri="{FF2B5EF4-FFF2-40B4-BE49-F238E27FC236}">
                  <ns2:creationId id="{7CF95D64-4CCE-4C04-8D2B-FB2CBAD1807A}"/>
                </ns1:ext>
              </ns1:extLst>
            </ns0:cNvPr>
            <ns0:cNvSpPr txBox="1"/>
            <ns0:nvPr/>
          </ns0:nvSpPr>
          <ns0:spPr>
            <ns1:xfrm>
              <ns1:off x="1401318" y="3765511"/>
              <ns1:ext cx="4253283" cy="246283"/>
            </ns1:xfrm>
            <ns1:prstGeom prst="rect">
              <ns1:avLst/>
            </ns1:prstGeom>
            <ns1:noFill/>
          </ns0:spPr>
          <ns0:txBody>
            <ns1:bodyPr wrap="square" lIns="0" tIns="0" rIns="0" bIns="0" rtlCol="0">
              <ns1:spAutoFit/>
            </ns1:bodyPr>
            <ns1:lstStyle/>
            <ns1:p>
              <ns1:pPr marL="0" marR="0" lvl="0" indent="0" algn="ctr" defTabSz="121904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6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开放系统平台（数据库、虚拟化）</ns1:t>
              </ns1:r>
              <ns1:endPara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79" name="矩形 78">
              <ns1:extLst>
                <ns1:ext uri="{FF2B5EF4-FFF2-40B4-BE49-F238E27FC236}">
                  <ns2:creationId id="{4ABFBC70-33DB-4F45-BBEF-D72EF63845AB}"/>
                </ns1:ext>
              </ns1:extLst>
            </ns0:cNvPr>
            <ns0:cNvSpPr/>
            <ns0:nvPr/>
          </ns0:nvSpPr>
          <ns0:spPr>
            <ns1:xfrm>
              <ns1:off x="3227154" y="3532521"/>
              <ns1:ext cx="184778" cy="277071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ctr" defTabSz="1219048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sp>
        <ns0:nvSpPr>
          <ns0:cNvPr id="80" name="1924682363">
            <ns1:extLst>
              <ns1:ext uri="{FF2B5EF4-FFF2-40B4-BE49-F238E27FC236}">
                <ns2:creationId id="{4595EA81-D510-45D6-8324-1C00B606754E}"/>
              </ns1:ext>
            </ns1:extLst>
          </ns0:cNvPr>
          <ns0:cNvSpPr/>
          <ns0:nvPr/>
        </ns0:nvSpPr>
        <ns0:spPr>
          <ns1:xfrm>
            <ns1:off x="2293144" y="2726633"/>
            <ns1:ext cx="1673856" cy="307777"/>
          </ns1:xfrm>
          <ns1:prstGeom prst="rect">
            <ns1:avLst/>
          </ns1:prstGeom>
        </ns0:spPr>
        <ns0:txBody>
          <ns1:bodyPr wrap="none">
            <ns1:spAutoFit/>
          </ns1:bodyPr>
          <ns1:lstStyle/>
          <ns1:p>
            <ns1:pPr marL="0" marR="0" lvl="0" indent="0" algn="l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极致性能 安全可靠</ns1:t>
            </ns1:r>
            <ns1:endParaRPr kumimoji="0" lang="zh-CN" altLang="en-US" sz="28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pic>
        <ns0:nvPicPr>
          <ns0:cNvPr id="100" name="图片 99" descr="12">
            <ns1:extLst>
              <ns1:ext uri="{FF2B5EF4-FFF2-40B4-BE49-F238E27FC236}">
                <ns2:creationId id="{42B51291-B337-45B8-BE88-8F480E87A021}"/>
              </ns1:ext>
            </ns1:extLst>
          </ns0:cNvPr>
          <ns0:cNvPicPr>
            <ns1:picLocks noChangeAspect="1"/>
          </ns0:cNvPicPr>
          <ns0:nvPr/>
        </ns0:nvPicPr>
        <ns0:blipFill>
          <ns1:blip ns3:embed="rId5"/>
          <ns1:stretch>
            <ns1:fillRect/>
          </ns1:stretch>
        </ns0:blipFill>
        <ns0:spPr>
          <ns1:xfrm>
            <ns1:off x="2127872" y="5226743"/>
            <ns1:ext cx="2110352" cy="126063"/>
          </ns1:xfrm>
          <ns1:prstGeom prst="rect">
            <ns1:avLst/>
          </ns1:prstGeom>
        </ns0:spPr>
      </ns0:pic>
      <ns0:sp>
        <ns0:nvSpPr>
          <ns0:cNvPr id="109" name="矩形 108">
            <ns1:extLst>
              <ns1:ext uri="{FF2B5EF4-FFF2-40B4-BE49-F238E27FC236}">
                <ns2:creationId id="{BC1AEAAE-12AE-4716-AA94-588284B8389D}"/>
              </ns1:ext>
            </ns1:extLst>
          </ns0:cNvPr>
          <ns0:cNvSpPr/>
          <ns0:nvPr/>
        </ns0:nvSpPr>
        <ns0:spPr>
          <ns1:xfrm>
            <ns1:off x="1760706" y="4962512"/>
            <ns1:ext cx="2920331" cy="276999"/>
          </ns1:xfrm>
          <ns1:prstGeom prst="rect">
            <ns1:avLst/>
          </ns1:prstGeom>
          <ns1:noFill/>
          <ns1:ln w="9525"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免网关双活方案</ns1:t>
            </ns1:r>
          </ns1:p>
        </ns0:txBody>
      </ns0:sp>
      <ns0:sp>
        <ns0:nvSpPr>
          <ns0:cNvPr id="110" name="矩形 109">
            <ns1:extLst>
              <ns1:ext uri="{FF2B5EF4-FFF2-40B4-BE49-F238E27FC236}">
                <ns2:creationId id="{37A6629C-912A-4642-9016-E7DA9D53AB34}"/>
              </ns1:ext>
            </ns1:extLst>
          </ns0:cNvPr>
          <ns0:cNvSpPr/>
          <ns0:nvPr/>
        </ns0:nvSpPr>
        <ns0:spPr>
          <ns1:xfrm>
            <ns1:off x="3358985" y="5622672"/>
            <ns1:ext cx="1042103" cy="276999"/>
          </ns1:xfrm>
          <ns1:prstGeom prst="rect">
            <ns1:avLst/>
          </ns1:prstGeom>
          <ns1:noFill/>
          <ns1:ln w="9525"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复制</ns1:t>
            </ns1:r>
          </ns1:p>
        </ns0:txBody>
      </ns0:sp>
      <ns0:sp>
        <ns0:nvSpPr>
          <ns0:cNvPr id="111" name="矩形 110">
            <ns1:extLst>
              <ns1:ext uri="{FF2B5EF4-FFF2-40B4-BE49-F238E27FC236}">
                <ns2:creationId id="{97AD146B-85CC-4420-929D-1D16BF62E71D}"/>
              </ns1:ext>
            </ns1:extLst>
          </ns0:cNvPr>
          <ns0:cNvSpPr/>
          <ns0:nvPr/>
        </ns0:nvSpPr>
        <ns0:spPr>
          <ns1:xfrm>
            <ns1:off x="1670630" y="5622672"/>
            <ns1:ext cx="1042103" cy="276999"/>
          </ns1:xfrm>
          <ns1:prstGeom prst="rect">
            <ns1:avLst/>
          </ns1:prstGeom>
          <ns1:noFill/>
          <ns1:ln w="9525"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wrap="square" rtlCol="0" anchor="ctr">
            <ns1:spAutoFit/>
          </ns1:bodyPr>
          <ns1:lstStyle/>
          <ns1:p>
            <ns1:pPr marL="0" marR="0" lvl="0" indent="0" algn="ctr" defTabSz="1219048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2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复制</ns1:t>
            </ns1:r>
          </ns1:p>
        </ns0:txBody>
      </ns0:sp>
      <ns0:grpSp>
        <ns0:nvGrpSpPr>
          <ns0:cNvPr id="115" name="组合 114">
            <ns1:extLst>
              <ns1:ext uri="{FF2B5EF4-FFF2-40B4-BE49-F238E27FC236}">
                <ns2:creationId id="{96334FD4-F908-4981-80C2-4FBA88E67E75}"/>
              </ns1:ext>
            </ns1:extLst>
          </ns0:cNvPr>
          <ns0:cNvGrpSpPr/>
          <ns0:nvPr/>
        </ns0:nvGrpSpPr>
        <ns0:grpSpPr>
          <ns1:xfrm>
            <ns1:off x="4108026" y="5079379"/>
            <ns1:ext cx="1009240" cy="386719"/>
            <ns1:chOff x="4712798" y="5080570"/>
            <ns1:chExt cx="1009240" cy="386719"/>
          </ns1:xfrm>
        </ns0:grpSpPr>
        <ns0:sp>
          <ns0:nvSpPr>
            <ns0:cNvPr id="116" name="任意多边形 3587">
              <ns1:extLst>
                <ns1:ext uri="{FF2B5EF4-FFF2-40B4-BE49-F238E27FC236}">
                  <ns2:creationId id="{EF0977FD-7BD0-409E-80D9-72D26B1CAE6F}"/>
                </ns1:ext>
              </ns1:extLst>
            </ns0:cNvPr>
            <ns0:cNvSpPr/>
            <ns0:nvPr/>
          </ns0:nvSpPr>
          <ns0:spPr>
            <ns1:xfrm>
              <ns1:off x="4712798" y="5080570"/>
              <ns1:ext cx="1009240" cy="386719"/>
            </ns1:xfrm>
            <ns1:custGeom>
              <ns1:avLst/>
              <ns1:gdLst/>
              <ns1:ahLst/>
              <ns1:cxnLst>
                <ns1:cxn ang="0">
                  <ns1:pos x="847153" y="70716"/>
                </ns1:cxn>
                <ns1:cxn ang="0">
                  <ns1:pos x="846793" y="69994"/>
                </ns1:cxn>
                <ns1:cxn ang="0">
                  <ns1:pos x="848952" y="70716"/>
                </ns1:cxn>
                <ns1:cxn ang="0">
                  <ns1:pos x="745307" y="44378"/>
                </ns1:cxn>
                <ns1:cxn ang="0">
                  <ns1:pos x="222405" y="0"/>
                </ns1:cxn>
                <ns1:cxn ang="0">
                  <ns1:pos x="35268" y="44378"/>
                </ns1:cxn>
                <ns1:cxn ang="0">
                  <ns1:pos x="0" y="69634"/>
                </ns1:cxn>
                <ns1:cxn ang="0">
                  <ns1:pos x="505269" y="299100"/>
                </ns1:cxn>
                <ns1:cxn ang="0">
                  <ns1:pos x="576884" y="287554"/>
                </ns1:cxn>
                <ns1:cxn ang="0">
                  <ns1:pos x="504549" y="277452"/>
                </ns1:cxn>
                <ns1:cxn ang="0">
                  <ns1:pos x="80613" y="241373"/>
                </ns1:cxn>
                <ns1:cxn ang="0">
                  <ns1:pos x="766180" y="241733"/>
                </ns1:cxn>
                <ns1:cxn ang="0">
                  <ns1:pos x="687727" y="277813"/>
                </ns1:cxn>
                <ns1:cxn ang="0">
                  <ns1:pos x="615391" y="287915"/>
                </ns1:cxn>
                <ns1:cxn ang="0">
                  <ns1:pos x="687007" y="299821"/>
                </ns1:cxn>
                <ns1:cxn ang="0">
                  <ns1:pos x="846793" y="70355"/>
                </ns1:cxn>
                <ns1:cxn ang="0">
                  <ns1:pos x="781655" y="96333"/>
                </ns1:cxn>
                <ns1:cxn ang="0">
                  <ns1:pos x="827719" y="166688"/>
                </ns1:cxn>
                <ns1:cxn ang="0">
                  <ns1:pos x="781655" y="96333"/>
                </ns1:cxn>
                <ns1:cxn ang="0">
                  <ns1:pos x="646341" y="15153"/>
                </ns1:cxn>
                <ns1:cxn ang="0">
                  <ns1:pos x="166264" y="44739"/>
                </ns1:cxn>
                <ns1:cxn ang="0">
                  <ns1:pos x="40666" y="58449"/>
                </ns1:cxn>
                <ns1:cxn ang="0">
                  <ns1:pos x="126317" y="58810"/>
                </ns1:cxn>
                <ns1:cxn ang="0">
                  <ns1:pos x="743148" y="58449"/>
                </ns1:cxn>
                <ns1:cxn ang="0">
                  <ns1:pos x="744947" y="58449"/>
                </ns1:cxn>
                <ns1:cxn ang="0">
                  <ns1:pos x="824840" y="69994"/>
                </ns1:cxn>
                <ns1:cxn ang="0">
                  <ns1:pos x="40666" y="58449"/>
                </ns1:cxn>
                <ns1:cxn ang="0">
                  <ns1:pos x="68737" y="120506"/>
                </ns1:cxn>
                <ns1:cxn ang="0">
                  <ns1:pos x="22672" y="193026"/>
                </ns1:cxn>
                <ns1:cxn ang="0">
                  <ns1:pos x="22672" y="198077"/>
                </ns1:cxn>
                <ns1:cxn ang="0">
                  <ns1:pos x="68737" y="239569"/>
                </ns1:cxn>
                <ns1:cxn ang="0">
                  <ns1:pos x="22672" y="198077"/>
                </ns1:cxn>
                <ns1:cxn ang="0">
                  <ns1:pos x="22672" y="115094"/>
                </ns1:cxn>
                <ns1:cxn ang="0">
                  <ns1:pos x="68737" y="90921"/>
                </ns1:cxn>
                <ns1:cxn ang="0">
                  <ns1:pos x="22672" y="277813"/>
                </ns1:cxn>
                <ns1:cxn ang="0">
                  <ns1:pos x="68737" y="244620"/>
                </ns1:cxn>
                <ns1:cxn ang="0">
                  <ns1:pos x="22672" y="277813"/>
                </ns1:cxn>
                <ns1:cxn ang="0">
                  <ns1:pos x="82772" y="220446"/>
                </ns1:cxn>
                <ns1:cxn ang="0">
                  <ns1:pos x="767620" y="91281"/>
                </ns1:cxn>
                <ns1:cxn ang="0">
                  <ns1:pos x="434013" y="190861"/>
                </ns1:cxn>
                <ns1:cxn ang="0">
                  <ns1:pos x="781655" y="173904"/>
                </ns1:cxn>
                <ns1:cxn ang="0">
                  <ns1:pos x="827719" y="277813"/>
                </ns1:cxn>
              </ns1:cxnLst>
              <ns1:rect l="0" t="0" r="0" b="0"/>
              <ns1:pathLst>
                <ns1:path w="2360" h="902">
                  <ns1:moveTo>
                    <ns1:pt x="2359" y="196"/>
                  </ns1:moveTo>
                  <ns1:lnTo>
                    <ns1:pt x="2354" y="196"/>
                  </ns1:lnTo>
                  <ns1:lnTo>
                    <ns1:pt x="2353" y="195"/>
                  </ns1:lnTo>
                  <ns1:lnTo>
                    <ns1:pt x="2353" y="194"/>
                  </ns1:lnTo>
                  <ns1:lnTo>
                    <ns1:pt x="2359" y="194"/>
                  </ns1:lnTo>
                  <ns1:lnTo>
                    <ns1:pt x="2359" y="196"/>
                  </ns1:lnTo>
                  <ns1:close/>
                  <ns1:moveTo>
                    <ns1:pt x="2258" y="123"/>
                  </ns1:moveTo>
                  <ns1:lnTo>
                    <ns1:pt x="2071" y="123"/>
                  </ns1:lnTo>
                  <ns1:lnTo>
                    <ns1:pt x="1822" y="1"/>
                  </ns1:lnTo>
                  <ns1:lnTo>
                    <ns1:pt x="618" y="0"/>
                  </ns1:lnTo>
                  <ns1:lnTo>
                    <ns1:pt x="345" y="123"/>
                  </ns1:lnTo>
                  <ns1:lnTo>
                    <ns1:pt x="98" y="123"/>
                  </ns1:lnTo>
                  <ns1:lnTo>
                    <ns1:pt x="1" y="193"/>
                  </ns1:lnTo>
                  <ns1:lnTo>
                    <ns1:pt x="0" y="193"/>
                  </ns1:lnTo>
                  <ns1:lnTo>
                    <ns1:pt x="0" y="829"/>
                  </ns1:lnTo>
                  <ns1:lnTo>
                    <ns1:pt x="1404" y="829"/>
                  </ns1:lnTo>
                  <ns1:cubicBezTo>
                    <ns1:pt x="1418" y="870"/>
                    <ns1:pt x="1455" y="899"/>
                    <ns1:pt x="1500" y="899"/>
                  </ns1:cubicBezTo>
                  <ns1:cubicBezTo>
                    <ns1:pt x="1558" y="899"/>
                    <ns1:pt x="1603" y="854"/>
                    <ns1:pt x="1603" y="797"/>
                  </ns1:cubicBezTo>
                  <ns1:cubicBezTo>
                    <ns1:pt x="1603" y="739"/>
                    <ns1:pt x="1558" y="694"/>
                    <ns1:pt x="1500" y="694"/>
                  </ns1:cubicBezTo>
                  <ns1:cubicBezTo>
                    <ns1:pt x="1453" y="694"/>
                    <ns1:pt x="1414" y="725"/>
                    <ns1:pt x="1402" y="769"/>
                  </ns1:cubicBezTo>
                  <ns1:lnTo>
                    <ns1:pt x="224" y="769"/>
                  </ns1:lnTo>
                  <ns1:lnTo>
                    <ns1:pt x="224" y="669"/>
                  </ns1:lnTo>
                  <ns1:cubicBezTo>
                    <ns1:pt x="347" y="647"/>
                    <ns1:pt x="571" y="586"/>
                    <ns1:pt x="1200" y="586"/>
                  </ns1:cubicBezTo>
                  <ns1:cubicBezTo>
                    <ns1:pt x="1846" y="586"/>
                    <ns1:pt x="2032" y="647"/>
                    <ns1:pt x="2129" y="670"/>
                  </ns1:cubicBezTo>
                  <ns1:lnTo>
                    <ns1:pt x="2129" y="770"/>
                  </ns1:lnTo>
                  <ns1:lnTo>
                    <ns1:pt x="1911" y="770"/>
                  </ns1:lnTo>
                  <ns1:cubicBezTo>
                    <ns1:pt x="1898" y="726"/>
                    <ns1:pt x="1860" y="695"/>
                    <ns1:pt x="1813" y="695"/>
                  </ns1:cubicBezTo>
                  <ns1:cubicBezTo>
                    <ns1:pt x="1755" y="695"/>
                    <ns1:pt x="1710" y="740"/>
                    <ns1:pt x="1710" y="798"/>
                  </ns1:cubicBezTo>
                  <ns1:cubicBezTo>
                    <ns1:pt x="1710" y="856"/>
                    <ns1:pt x="1755" y="901"/>
                    <ns1:pt x="1813" y="901"/>
                  </ns1:cubicBezTo>
                  <ns1:cubicBezTo>
                    <ns1:pt x="1858" y="901"/>
                    <ns1:pt x="1897" y="871"/>
                    <ns1:pt x="1909" y="831"/>
                  </ns1:cubicBezTo>
                  <ns1:lnTo>
                    <ns1:pt x="2353" y="831"/>
                  </ns1:lnTo>
                  <ns1:lnTo>
                    <ns1:pt x="2353" y="195"/>
                  </ns1:lnTo>
                  <ns1:lnTo>
                    <ns1:pt x="2258" y="123"/>
                  </ns1:lnTo>
                  <ns1:close/>
                  <ns1:moveTo>
                    <ns1:pt x="2172" y="267"/>
                  </ns1:moveTo>
                  <ns1:lnTo>
                    <ns1:pt x="2300" y="267"/>
                  </ns1:lnTo>
                  <ns1:lnTo>
                    <ns1:pt x="2300" y="462"/>
                  </ns1:lnTo>
                  <ns1:lnTo>
                    <ns1:pt x="2172" y="462"/>
                  </ns1:lnTo>
                  <ns1:lnTo>
                    <ns1:pt x="2172" y="267"/>
                  </ns1:lnTo>
                  <ns1:close/>
                  <ns1:moveTo>
                    <ns1:pt x="647" y="40"/>
                  </ns1:moveTo>
                  <ns1:lnTo>
                    <ns1:pt x="1796" y="42"/>
                  </ns1:lnTo>
                  <ns1:lnTo>
                    <ns1:pt x="1964" y="124"/>
                  </ns1:lnTo>
                  <ns1:lnTo>
                    <ns1:pt x="462" y="124"/>
                  </ns1:lnTo>
                  <ns1:lnTo>
                    <ns1:pt x="647" y="40"/>
                  </ns1:lnTo>
                  <ns1:close/>
                  <ns1:moveTo>
                    <ns1:pt x="113" y="162"/>
                  </ns1:moveTo>
                  <ns1:lnTo>
                    <ns1:pt x="351" y="162"/>
                  </ns1:lnTo>
                  <ns1:lnTo>
                    <ns1:pt x="351" y="163"/>
                  </ns1:lnTo>
                  <ns1:lnTo>
                    <ns1:pt x="356" y="162"/>
                  </ns1:lnTo>
                  <ns1:lnTo>
                    <ns1:pt x="2065" y="162"/>
                  </ns1:lnTo>
                  <ns1:lnTo>
                    <ns1:pt x="2070" y="163"/>
                  </ns1:lnTo>
                  <ns1:lnTo>
                    <ns1:pt x="2070" y="162"/>
                  </ns1:lnTo>
                  <ns1:lnTo>
                    <ns1:pt x="2249" y="162"/>
                  </ns1:lnTo>
                  <ns1:lnTo>
                    <ns1:pt x="2292" y="194"/>
                  </ns1:lnTo>
                  <ns1:lnTo>
                    <ns1:pt x="71" y="194"/>
                  </ns1:lnTo>
                  <ns1:lnTo>
                    <ns1:pt x="113" y="162"/>
                  </ns1:lnTo>
                  <ns1:close/>
                  <ns1:moveTo>
                    <ns1:pt x="63" y="334"/>
                  </ns1:moveTo>
                  <ns1:lnTo>
                    <ns1:pt x="191" y="334"/>
                  </ns1:lnTo>
                  <ns1:lnTo>
                    <ns1:pt x="191" y="535"/>
                  </ns1:lnTo>
                  <ns1:lnTo>
                    <ns1:pt x="63" y="535"/>
                  </ns1:lnTo>
                  <ns1:lnTo>
                    <ns1:pt x="63" y="334"/>
                  </ns1:lnTo>
                  <ns1:close/>
                  <ns1:moveTo>
                    <ns1:pt x="63" y="549"/>
                  </ns1:moveTo>
                  <ns1:lnTo>
                    <ns1:pt x="191" y="549"/>
                  </ns1:lnTo>
                  <ns1:lnTo>
                    <ns1:pt x="191" y="664"/>
                  </ns1:lnTo>
                  <ns1:lnTo>
                    <ns1:pt x="63" y="664"/>
                  </ns1:lnTo>
                  <ns1:lnTo>
                    <ns1:pt x="63" y="549"/>
                  </ns1:lnTo>
                  <ns1:close/>
                  <ns1:moveTo>
                    <ns1:pt x="191" y="319"/>
                  </ns1:moveTo>
                  <ns1:lnTo>
                    <ns1:pt x="63" y="319"/>
                  </ns1:lnTo>
                  <ns1:lnTo>
                    <ns1:pt x="63" y="252"/>
                  </ns1:lnTo>
                  <ns1:lnTo>
                    <ns1:pt x="191" y="252"/>
                  </ns1:lnTo>
                  <ns1:lnTo>
                    <ns1:pt x="191" y="319"/>
                  </ns1:lnTo>
                  <ns1:close/>
                  <ns1:moveTo>
                    <ns1:pt x="63" y="770"/>
                  </ns1:moveTo>
                  <ns1:lnTo>
                    <ns1:pt x="63" y="678"/>
                  </ns1:lnTo>
                  <ns1:lnTo>
                    <ns1:pt x="191" y="678"/>
                  </ns1:lnTo>
                  <ns1:lnTo>
                    <ns1:pt x="191" y="770"/>
                  </ns1:lnTo>
                  <ns1:lnTo>
                    <ns1:pt x="63" y="770"/>
                  </ns1:lnTo>
                  <ns1:close/>
                  <ns1:moveTo>
                    <ns1:pt x="1206" y="529"/>
                  </ns1:moveTo>
                  <ns1:cubicBezTo>
                    <ns1:pt x="588" y="530"/>
                    <ns1:pt x="368" y="582"/>
                    <ns1:pt x="230" y="611"/>
                  </ns1:cubicBezTo>
                  <ns1:lnTo>
                    <ns1:pt x="230" y="253"/>
                  </ns1:lnTo>
                  <ns1:lnTo>
                    <ns1:pt x="2133" y="253"/>
                  </ns1:lnTo>
                  <ns1:lnTo>
                    <ns1:pt x="2133" y="611"/>
                  </ns1:lnTo>
                  <ns1:cubicBezTo>
                    <ns1:pt x="2035" y="574"/>
                    <ns1:pt x="1850" y="527"/>
                    <ns1:pt x="1206" y="529"/>
                  </ns1:cubicBezTo>
                  <ns1:close/>
                  <ns1:moveTo>
                    <ns1:pt x="2172" y="770"/>
                  </ns1:moveTo>
                  <ns1:lnTo>
                    <ns1:pt x="2172" y="482"/>
                  </ns1:lnTo>
                  <ns1:lnTo>
                    <ns1:pt x="2300" y="482"/>
                  </ns1:lnTo>
                  <ns1:lnTo>
                    <ns1:pt x="2300" y="770"/>
                  </ns1:lnTo>
                  <ns1:lnTo>
                    <ns1:pt x="2172" y="770"/>
                  </ns1:lnTo>
                  <ns1:close/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17" name="任意多边形 3595">
              <ns1:extLst>
                <ns1:ext uri="{FF2B5EF4-FFF2-40B4-BE49-F238E27FC236}">
                  <ns2:creationId id="{2C6D6693-34AA-4857-B8A6-17BC64B1D858}"/>
                </ns1:ext>
              </ns1:extLst>
            </ns0:cNvPr>
            <ns0:cNvSpPr/>
            <ns0:nvPr/>
          </ns0:nvSpPr>
          <ns0:spPr>
            <ns1:xfrm>
              <ns1:off x="5654128" y="5220166"/>
              <ns1:ext cx="33956" cy="33956"/>
            </ns1:xfrm>
            <ns1:custGeom>
              <ns1:avLst/>
              <ns1:gdLst/>
              <ns1:ahLst/>
              <ns1:cxnLst>
                <ns1:cxn ang="0">
                  <ns1:pos x="28202" y="13935"/>
                </ns1:cxn>
                <ns1:cxn ang="0">
                  <ns1:pos x="26395" y="21269"/>
                </ns1:cxn>
                <ns1:cxn ang="0">
                  <ns1:pos x="20971" y="26403"/>
                </ns1:cxn>
                <ns1:cxn ang="0">
                  <ns1:pos x="14101" y="28236"/>
                </ns1:cxn>
                <ns1:cxn ang="0">
                  <ns1:pos x="6870" y="26403"/>
                </ns1:cxn>
                <ns1:cxn ang="0">
                  <ns1:pos x="1808" y="21269"/>
                </ns1:cxn>
                <ns1:cxn ang="0">
                  <ns1:pos x="0" y="13935"/>
                </ns1:cxn>
                <ns1:cxn ang="0">
                  <ns1:pos x="1808" y="6967"/>
                </ns1:cxn>
                <ns1:cxn ang="0">
                  <ns1:pos x="6870" y="1834"/>
                </ns1:cxn>
                <ns1:cxn ang="0">
                  <ns1:pos x="14101" y="0"/>
                </ns1:cxn>
                <ns1:cxn ang="0">
                  <ns1:pos x="20971" y="1834"/>
                </ns1:cxn>
                <ns1:cxn ang="0">
                  <ns1:pos x="26395" y="6967"/>
                </ns1:cxn>
                <ns1:cxn ang="0">
                  <ns1:pos x="28202" y="13935"/>
                </ns1:cxn>
              </ns1:cxnLst>
              <ns1:rect l="0" t="0" r="0" b="0"/>
              <ns1:pathLst>
                <ns1:path w="79" h="78">
                  <ns1:moveTo>
                    <ns1:pt x="78" y="38"/>
                  </ns1:moveTo>
                  <ns1:cubicBezTo>
                    <ns1:pt x="78" y="46"/>
                    <ns1:pt x="76" y="52"/>
                    <ns1:pt x="73" y="58"/>
                  </ns1:cubicBezTo>
                  <ns1:cubicBezTo>
                    <ns1:pt x="69" y="64"/>
                    <ns1:pt x="64" y="68"/>
                    <ns1:pt x="58" y="72"/>
                  </ns1:cubicBezTo>
                  <ns1:cubicBezTo>
                    <ns1:pt x="51" y="75"/>
                    <ns1:pt x="46" y="77"/>
                    <ns1:pt x="39" y="77"/>
                  </ns1:cubicBezTo>
                  <ns1:cubicBezTo>
                    <ns1:pt x="32" y="77"/>
                    <ns1:pt x="25" y="75"/>
                    <ns1:pt x="19" y="72"/>
                  </ns1:cubicBezTo>
                  <ns1:cubicBezTo>
                    <ns1:pt x="12" y="68"/>
                    <ns1:pt x="8" y="64"/>
                    <ns1:pt x="5" y="58"/>
                  </ns1:cubicBezTo>
                  <ns1:cubicBezTo>
                    <ns1:pt x="1" y="52"/>
                    <ns1:pt x="0" y="45"/>
                    <ns1:pt x="0" y="38"/>
                  </ns1:cubicBezTo>
                  <ns1:cubicBezTo>
                    <ns1:pt x="0" y="30"/>
                    <ns1:pt x="1" y="25"/>
                    <ns1:pt x="5" y="19"/>
                  </ns1:cubicBezTo>
                  <ns1:cubicBezTo>
                    <ns1:pt x="8" y="13"/>
                    <ns1:pt x="12" y="8"/>
                    <ns1:pt x="19" y="5"/>
                  </ns1:cubicBezTo>
                  <ns1:cubicBezTo>
                    <ns1:pt x="25" y="1"/>
                    <ns1:pt x="32" y="0"/>
                    <ns1:pt x="39" y="0"/>
                  </ns1:cubicBezTo>
                  <ns1:cubicBezTo>
                    <ns1:pt x="46" y="0"/>
                    <ns1:pt x="51" y="1"/>
                    <ns1:pt x="58" y="5"/>
                  </ns1:cubicBezTo>
                  <ns1:cubicBezTo>
                    <ns1:pt x="64" y="8"/>
                    <ns1:pt x="69" y="13"/>
                    <ns1:pt x="73" y="19"/>
                  </ns1:cubicBezTo>
                  <ns1:cubicBezTo>
                    <ns1:pt x="76" y="25"/>
                    <ns1:pt x="78" y="31"/>
                    <ns1:pt x="78" y="38"/>
                  </ns1:cubicBezTo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18" name="任意多边形 3792">
              <ns1:extLst>
                <ns1:ext uri="{FF2B5EF4-FFF2-40B4-BE49-F238E27FC236}">
                  <ns2:creationId id="{06D0B472-2663-4AAB-929E-07102397CDDE}"/>
                </ns1:ext>
              </ns1:extLst>
            </ns0:cNvPr>
            <ns0:cNvSpPr/>
            <ns0:nvPr/>
          </ns0:nvSpPr>
          <ns0:spPr>
            <ns1:xfrm>
              <ns1:off x="5165543" y="5282419"/>
              <ns1:ext cx="16977" cy="18864"/>
            </ns1:xfrm>
            <ns1:custGeom>
              <ns1:avLst/>
              <ns1:gdLst/>
              <ns1:ahLst/>
              <ns1:cxnLst>
                <ns1:cxn ang="0">
                  <ns1:pos x="10108" y="6282"/>
                </ns1:cxn>
                <ns1:cxn ang="0">
                  <ns1:pos x="2995" y="6282"/>
                </ns1:cxn>
                <ns1:cxn ang="0">
                  <ns1:pos x="2995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2995" y="15521"/>
                </ns1:cxn>
                <ns1:cxn ang="0">
                  <ns1:pos x="2995" y="9239"/>
                </ns1:cxn>
                <ns1:cxn ang="0">
                  <ns1:pos x="10108" y="9239"/>
                </ns1:cxn>
                <ns1:cxn ang="0">
                  <ns1:pos x="10108" y="15521"/>
                </ns1:cxn>
                <ns1:cxn ang="0">
                  <ns1:pos x="14226" y="15521"/>
                </ns1:cxn>
                <ns1:cxn ang="0">
                  <ns1:pos x="14226" y="0"/>
                </ns1:cxn>
                <ns1:cxn ang="0">
                  <ns1:pos x="10108" y="0"/>
                </ns1:cxn>
                <ns1:cxn ang="0">
                  <ns1:pos x="10108" y="6282"/>
                </ns1:cxn>
              </ns1:cxnLst>
              <ns1:rect l="0" t="0" r="0" b="0"/>
              <ns1:pathLst>
                <ns1:path w="39" h="43">
                  <ns1:moveTo>
                    <ns1:pt x="27" y="17"/>
                  </ns1:moveTo>
                  <ns1:lnTo>
                    <ns1:pt x="8" y="17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8" y="42"/>
                  </ns1:lnTo>
                  <ns1:lnTo>
                    <ns1:pt x="8" y="25"/>
                  </ns1:lnTo>
                  <ns1:lnTo>
                    <ns1:pt x="27" y="25"/>
                  </ns1:lnTo>
                  <ns1:lnTo>
                    <ns1:pt x="27" y="42"/>
                  </ns1:lnTo>
                  <ns1:lnTo>
                    <ns1:pt x="38" y="42"/>
                  </ns1:lnTo>
                  <ns1:lnTo>
                    <ns1:pt x="38" y="0"/>
                  </ns1:lnTo>
                  <ns1:lnTo>
                    <ns1:pt x="27" y="0"/>
                  </ns1:lnTo>
                  <ns1:lnTo>
                    <ns1:pt x="27" y="17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19" name="任意多边形 3793">
              <ns1:extLst>
                <ns1:ext uri="{FF2B5EF4-FFF2-40B4-BE49-F238E27FC236}">
                  <ns2:creationId id="{ABFC5FFA-A0C3-4912-9231-C3D12DB9CD8D}"/>
                </ns1:ext>
              </ns1:extLst>
            </ns0:cNvPr>
            <ns0:cNvSpPr/>
            <ns0:nvPr/>
          </ns0:nvSpPr>
          <ns0:spPr>
            <ns1:xfrm>
              <ns1:off x="5186292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9793" y="8828"/>
                </ns1:cxn>
                <ns1:cxn ang="0">
                  <ns1:pos x="6166" y="12007"/>
                </ns1:cxn>
                <ns1:cxn ang="0">
                  <ns1:pos x="2902" y="7769"/>
                </ns1:cxn>
                <ns1:cxn ang="0">
                  <ns1:pos x="2902" y="0"/>
                </ns1:cxn>
                <ns1:cxn ang="0">
                  <ns1:pos x="0" y="0"/>
                </ns1:cxn>
                <ns1:cxn ang="0">
                  <ns1:pos x="0" y="8475"/>
                </ns1:cxn>
                <ns1:cxn ang="0">
                  <ns1:pos x="6166" y="15538"/>
                </ns1:cxn>
                <ns1:cxn ang="0">
                  <ns1:pos x="12332" y="8475"/>
                </ns1:cxn>
                <ns1:cxn ang="0">
                  <ns1:pos x="12332" y="0"/>
                </ns1:cxn>
                <ns1:cxn ang="0">
                  <ns1:pos x="9793" y="0"/>
                </ns1:cxn>
                <ns1:cxn ang="0">
                  <ns1:pos x="9793" y="8828"/>
                </ns1:cxn>
              </ns1:cxnLst>
              <ns1:rect l="0" t="0" r="0" b="0"/>
              <ns1:pathLst>
                <ns1:path w="35" h="45">
                  <ns1:moveTo>
                    <ns1:pt x="27" y="25"/>
                  </ns1:moveTo>
                  <ns1:cubicBezTo>
                    <ns1:pt x="27" y="33"/>
                    <ns1:pt x="21" y="34"/>
                    <ns1:pt x="17" y="34"/>
                  </ns1:cubicBezTo>
                  <ns1:cubicBezTo>
                    <ns1:pt x="12" y="34"/>
                    <ns1:pt x="8" y="30"/>
                    <ns1:pt x="8" y="22"/>
                  </ns1:cubicBezTo>
                  <ns1:lnTo>
                    <ns1:pt x="8" y="0"/>
                  </ns1:lnTo>
                  <ns1:lnTo>
                    <ns1:pt x="0" y="0"/>
                  </ns1:lnTo>
                  <ns1:lnTo>
                    <ns1:pt x="0" y="24"/>
                  </ns1:lnTo>
                  <ns1:cubicBezTo>
                    <ns1:pt x="0" y="36"/>
                    <ns1:pt x="6" y="44"/>
                    <ns1:pt x="17" y="44"/>
                  </ns1:cubicBezTo>
                  <ns1:cubicBezTo>
                    <ns1:pt x="30" y="44"/>
                    <ns1:pt x="34" y="36"/>
                    <ns1:pt x="34" y="24"/>
                  </ns1:cubicBezTo>
                  <ns1:lnTo>
                    <ns1:pt x="34" y="0"/>
                  </ns1:lnTo>
                  <ns1:lnTo>
                    <ns1:pt x="27" y="0"/>
                  </ns1:lnTo>
                  <ns1:lnTo>
                    <ns1:pt x="27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0" name="任意多边形 3794">
              <ns1:extLst>
                <ns1:ext uri="{FF2B5EF4-FFF2-40B4-BE49-F238E27FC236}">
                  <ns2:creationId id="{E08E226A-9677-4E94-9D20-D704656427F1}"/>
                </ns1:ext>
              </ns1:extLst>
            </ns0:cNvPr>
            <ns0:cNvSpPr/>
            <ns0:nvPr/>
          </ns0:nvSpPr>
          <ns0:spPr>
            <ns1:xfrm>
              <ns1:off x="5220250" y="5282419"/>
              <ns1:ext cx="28297" cy="18864"/>
            </ns1:xfrm>
            <ns1:custGeom>
              <ns1:avLst/>
              <ns1:gdLst/>
              <ns1:ahLst/>
              <ns1:cxnLst>
                <ns1:cxn ang="0">
                  <ns1:pos x="16260" y="10348"/>
                </ns1:cxn>
                <ns1:cxn ang="0">
                  <ns1:pos x="13008" y="0"/>
                </ns1:cxn>
                <ns1:cxn ang="0">
                  <ns1:pos x="10117" y="0"/>
                </ns1:cxn>
                <ns1:cxn ang="0">
                  <ns1:pos x="6865" y="10348"/>
                </ns1:cxn>
                <ns1:cxn ang="0">
                  <ns1:pos x="2891" y="0"/>
                </ns1:cxn>
                <ns1:cxn ang="0">
                  <ns1:pos x="0" y="0"/>
                </ns1:cxn>
                <ns1:cxn ang="0">
                  <ns1:pos x="5059" y="15521"/>
                </ns1:cxn>
                <ns1:cxn ang="0">
                  <ns1:pos x="7949" y="15521"/>
                </ns1:cxn>
                <ns1:cxn ang="0">
                  <ns1:pos x="11201" y="5174"/>
                </ns1:cxn>
                <ns1:cxn ang="0">
                  <ns1:pos x="15176" y="15521"/>
                </ns1:cxn>
                <ns1:cxn ang="0">
                  <ns1:pos x="16982" y="15521"/>
                </ns1:cxn>
                <ns1:cxn ang="0">
                  <ns1:pos x="23125" y="0"/>
                </ns1:cxn>
                <ns1:cxn ang="0">
                  <ns1:pos x="19150" y="0"/>
                </ns1:cxn>
                <ns1:cxn ang="0">
                  <ns1:pos x="16260" y="10348"/>
                </ns1:cxn>
              </ns1:cxnLst>
              <ns1:rect l="0" t="0" r="0" b="0"/>
              <ns1:pathLst>
                <ns1:path w="65" h="43">
                  <ns1:moveTo>
                    <ns1:pt x="45" y="28"/>
                  </ns1:moveTo>
                  <ns1:lnTo>
                    <ns1:pt x="36" y="0"/>
                  </ns1:lnTo>
                  <ns1:lnTo>
                    <ns1:pt x="28" y="0"/>
                  </ns1:lnTo>
                  <ns1:lnTo>
                    <ns1:pt x="19" y="28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14" y="42"/>
                  </ns1:lnTo>
                  <ns1:lnTo>
                    <ns1:pt x="22" y="42"/>
                  </ns1:lnTo>
                  <ns1:lnTo>
                    <ns1:pt x="31" y="14"/>
                  </ns1:lnTo>
                  <ns1:lnTo>
                    <ns1:pt x="42" y="42"/>
                  </ns1:lnTo>
                  <ns1:lnTo>
                    <ns1:pt x="47" y="42"/>
                  </ns1:lnTo>
                  <ns1:lnTo>
                    <ns1:pt x="64" y="0"/>
                  </ns1:lnTo>
                  <ns1:lnTo>
                    <ns1:pt x="53" y="0"/>
                  </ns1:lnTo>
                  <ns1:lnTo>
                    <ns1:pt x="45" y="28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1" name="任意多边形 3795">
              <ns1:extLst>
                <ns1:ext uri="{FF2B5EF4-FFF2-40B4-BE49-F238E27FC236}">
                  <ns2:creationId id="{1F5E7C5A-C176-4595-B467-B2DA9BB8D67B}"/>
                </ns1:ext>
              </ns1:extLst>
            </ns0:cNvPr>
            <ns0:cNvSpPr/>
            <ns0:nvPr/>
          </ns0:nvSpPr>
          <ns0:spPr>
            <ns1:xfrm>
              <ns1:off x="5250431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3990" y="9239"/>
                </ns1:cxn>
                <ns1:cxn ang="0">
                  <ns1:pos x="9431" y="9239"/>
                </ns1:cxn>
                <ns1:cxn ang="0">
                  <ns1:pos x="9431" y="6282"/>
                </ns1:cxn>
                <ns1:cxn ang="0">
                  <ns1:pos x="3990" y="6282"/>
                </ns1:cxn>
                <ns1:cxn ang="0">
                  <ns1:pos x="3990" y="2956"/>
                </ns1:cxn>
                <ns1:cxn ang="0">
                  <ns1:pos x="11244" y="2956"/>
                </ns1:cxn>
                <ns1:cxn ang="0">
                  <ns1:pos x="11244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12332" y="15521"/>
                </ns1:cxn>
                <ns1:cxn ang="0">
                  <ns1:pos x="12332" y="12565"/>
                </ns1:cxn>
                <ns1:cxn ang="0">
                  <ns1:pos x="3990" y="12565"/>
                </ns1:cxn>
                <ns1:cxn ang="0">
                  <ns1:pos x="3990" y="9239"/>
                </ns1:cxn>
              </ns1:cxnLst>
              <ns1:rect l="0" t="0" r="0" b="0"/>
              <ns1:pathLst>
                <ns1:path w="35" h="43">
                  <ns1:moveTo>
                    <ns1:pt x="11" y="25"/>
                  </ns1:moveTo>
                  <ns1:lnTo>
                    <ns1:pt x="26" y="25"/>
                  </ns1:lnTo>
                  <ns1:lnTo>
                    <ns1:pt x="26" y="17"/>
                  </ns1:lnTo>
                  <ns1:lnTo>
                    <ns1:pt x="11" y="17"/>
                  </ns1:lnTo>
                  <ns1:lnTo>
                    <ns1:pt x="11" y="8"/>
                  </ns1:lnTo>
                  <ns1:lnTo>
                    <ns1:pt x="31" y="8"/>
                  </ns1:lnTo>
                  <ns1:lnTo>
                    <ns1:pt x="31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34" y="42"/>
                  </ns1:lnTo>
                  <ns1:lnTo>
                    <ns1:pt x="34" y="34"/>
                  </ns1:lnTo>
                  <ns1:lnTo>
                    <ns1:pt x="11" y="34"/>
                  </ns1:lnTo>
                  <ns1:lnTo>
                    <ns1:pt x="11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2" name="任意多边形 3796">
              <ns1:extLst>
                <ns1:ext uri="{FF2B5EF4-FFF2-40B4-BE49-F238E27FC236}">
                  <ns2:creationId id="{C3524747-4BB6-4CE9-AEA4-325772798ED4}"/>
                </ns1:ext>
              </ns1:extLst>
            </ns0:cNvPr>
            <ns0:cNvSpPr/>
            <ns0:nvPr/>
          </ns0:nvSpPr>
          <ns0:spPr>
            <ns1:xfrm>
              <ns1:off x="5269296" y="5282419"/>
              <ns1:ext cx="3773" cy="18864"/>
            </ns1:xfrm>
            <ns1:custGeom>
              <ns1:avLst/>
              <ns1:gdLst/>
              <ns1:ahLst/>
              <ns1:cxnLst>
                <ns1:cxn ang="0">
                  <ns1:pos x="1411" y="15538"/>
                </ns1:cxn>
                <ns1:cxn ang="0">
                  <ns1:pos x="0" y="15538"/>
                </ns1:cxn>
                <ns1:cxn ang="0">
                  <ns1:pos x="0" y="0"/>
                </ns1:cxn>
                <ns1:cxn ang="0">
                  <ns1:pos x="2821" y="0"/>
                </ns1:cxn>
                <ns1:cxn ang="0">
                  <ns1:pos x="2821" y="15538"/>
                </ns1:cxn>
                <ns1:cxn ang="0">
                  <ns1:pos x="1411" y="15538"/>
                </ns1:cxn>
              </ns1:cxnLst>
              <ns1:rect l="0" t="0" r="0" b="0"/>
              <ns1:pathLst>
                <ns1:path w="9" h="45">
                  <ns1:moveTo>
                    <ns1:pt x="4" y="44"/>
                  </ns1:moveTo>
                  <ns1:lnTo>
                    <ns1:pt x="0" y="44"/>
                  </ns1:lnTo>
                  <ns1:lnTo>
                    <ns1:pt x="0" y="0"/>
                  </ns1:lnTo>
                  <ns1:lnTo>
                    <ns1:pt x="8" y="0"/>
                  </ns1:lnTo>
                  <ns1:lnTo>
                    <ns1:pt x="8" y="44"/>
                  </ns1:lnTo>
                  <ns1:lnTo>
                    <ns1:pt x="4" y="44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3" name="任意多边形 3797">
              <ns1:extLst>
                <ns1:ext uri="{FF2B5EF4-FFF2-40B4-BE49-F238E27FC236}">
                  <ns2:creationId id="{C346A5E9-DD00-45A8-9585-57A35ED2680D}"/>
                </ns1:ext>
              </ns1:extLst>
            </ns0:cNvPr>
            <ns0:cNvSpPr/>
            <ns0:nvPr/>
          </ns0:nvSpPr>
          <ns0:spPr>
            <ns1:xfrm>
              <ns1:off x="5203272" y="5282419"/>
              <ns1:ext cx="18864" cy="18864"/>
            </ns1:xfrm>
            <ns1:custGeom>
              <ns1:avLst/>
              <ns1:gdLst/>
              <ns1:ahLst/>
              <ns1:cxnLst>
                <ns1:cxn ang="0">
                  <ns1:pos x="12074" y="14446"/>
                </ns1:cxn>
                <ns1:cxn ang="0">
                  <ns1:pos x="15524" y="14446"/>
                </ns1:cxn>
                <ns1:cxn ang="0">
                  <ns1:pos x="9659" y="0"/>
                </ns1:cxn>
                <ns1:cxn ang="0">
                  <ns1:pos x="6900" y="0"/>
                </ns1:cxn>
                <ns1:cxn ang="0">
                  <ns1:pos x="0" y="15530"/>
                </ns1:cxn>
                <ns1:cxn ang="0">
                  <ns1:pos x="2415" y="15530"/>
                </ns1:cxn>
                <ns1:cxn ang="0">
                  <ns1:pos x="4140" y="13002"/>
                </ns1:cxn>
                <ns1:cxn ang="0">
                  <ns1:pos x="11039" y="13002"/>
                </ns1:cxn>
                <ns1:cxn ang="0">
                  <ns1:pos x="11039" y="12641"/>
                </ns1:cxn>
                <ns1:cxn ang="0">
                  <ns1:pos x="12074" y="14446"/>
                </ns1:cxn>
                <ns1:cxn ang="0">
                  <ns1:pos x="7245" y="3250"/>
                </ns1:cxn>
                <ns1:cxn ang="0">
                  <ns1:pos x="9659" y="8307"/>
                </ns1:cxn>
                <ns1:cxn ang="0">
                  <ns1:pos x="9659" y="9029"/>
                </ns1:cxn>
                <ns1:cxn ang="0">
                  <ns1:pos x="4830" y="9029"/>
                </ns1:cxn>
                <ns1:cxn ang="0">
                  <ns1:pos x="4830" y="8307"/>
                </ns1:cxn>
                <ns1:cxn ang="0">
                  <ns1:pos x="7245" y="3250"/>
                </ns1:cxn>
              </ns1:cxnLst>
              <ns1:rect l="0" t="0" r="0" b="0"/>
              <ns1:pathLst>
                <ns1:path w="46" h="44">
                  <ns1:moveTo>
                    <ns1:pt x="35" y="40"/>
                  </ns1:moveTo>
                  <ns1:lnTo>
                    <ns1:pt x="45" y="40"/>
                  </ns1:lnTo>
                  <ns1:lnTo>
                    <ns1:pt x="28" y="0"/>
                  </ns1:lnTo>
                  <ns1:lnTo>
                    <ns1:pt x="20" y="0"/>
                  </ns1:lnTo>
                  <ns1:lnTo>
                    <ns1:pt x="0" y="43"/>
                  </ns1:lnTo>
                  <ns1:lnTo>
                    <ns1:pt x="7" y="43"/>
                  </ns1:lnTo>
                  <ns1:lnTo>
                    <ns1:pt x="12" y="36"/>
                  </ns1:lnTo>
                  <ns1:lnTo>
                    <ns1:pt x="32" y="36"/>
                  </ns1:lnTo>
                  <ns1:lnTo>
                    <ns1:pt x="32" y="35"/>
                  </ns1:lnTo>
                  <ns1:lnTo>
                    <ns1:pt x="35" y="40"/>
                  </ns1:lnTo>
                  <ns1:close/>
                  <ns1:moveTo>
                    <ns1:pt x="21" y="9"/>
                  </ns1:moveTo>
                  <ns1:lnTo>
                    <ns1:pt x="28" y="23"/>
                  </ns1:lnTo>
                  <ns1:lnTo>
                    <ns1:pt x="28" y="25"/>
                  </ns1:lnTo>
                  <ns1:lnTo>
                    <ns1:pt x="14" y="25"/>
                  </ns1:lnTo>
                  <ns1:lnTo>
                    <ns1:pt x="14" y="23"/>
                  </ns1:lnTo>
                  <ns1:lnTo>
                    <ns1:pt x="21" y="9"/>
                  </ns1:lnTo>
                  <ns1:close/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4" name="任意多边形 3798">
              <ns1:extLst>
                <ns1:ext uri="{FF2B5EF4-FFF2-40B4-BE49-F238E27FC236}">
                  <ns2:creationId id="{F2AEA974-CD46-4B7C-AE20-0641E0CC6D75}"/>
                </ns1:ext>
              </ns1:extLst>
            </ns0:cNvPr>
            <ns0:cNvSpPr/>
            <ns0:nvPr/>
          </ns0:nvSpPr>
          <ns0:spPr>
            <ns1:xfrm>
              <ns1:off x="5171201" y="5206962"/>
              <ns1:ext cx="39616" cy="49047"/>
            </ns1:xfrm>
            <ns1:custGeom>
              <ns1:avLst/>
              <ns1:gdLst/>
              <ns1:ahLst/>
              <ns1:cxnLst>
                <ns1:cxn ang="0">
                  <ns1:pos x="5618" y="23151"/>
                </ns1:cxn>
                <ns1:cxn ang="0">
                  <ns1:pos x="32306" y="40959"/>
                </ns1:cxn>
                <ns1:cxn ang="0">
                  <ns1:pos x="32657" y="40959"/>
                </ns1:cxn>
                <ns1:cxn ang="0">
                  <ns1:pos x="8076" y="0"/>
                </ns1:cxn>
                <ns1:cxn ang="0">
                  <ns1:pos x="702" y="14247"/>
                </ns1:cxn>
                <ns1:cxn ang="0">
                  <ns1:pos x="5618" y="23151"/>
                </ns1:cxn>
              </ns1:cxnLst>
              <ns1:rect l="0" t="0" r="0" b="0"/>
              <ns1:pathLst>
                <ns1:path w="94" h="116">
                  <ns1:moveTo>
                    <ns1:pt x="16" y="65"/>
                  </ns1:moveTo>
                  <ns1:cubicBezTo>
                    <ns1:pt x="36" y="85"/>
                    <ns1:pt x="82" y="109"/>
                    <ns1:pt x="92" y="115"/>
                  </ns1:cubicBezTo>
                  <ns1:lnTo>
                    <ns1:pt x="93" y="115"/>
                  </ns1:lnTo>
                  <ns1:cubicBezTo>
                    <ns1:pt x="64" y="50"/>
                    <ns1:pt x="23" y="0"/>
                    <ns1:pt x="23" y="0"/>
                  </ns1:cubicBezTo>
                  <ns1:cubicBezTo>
                    <ns1:pt x="23" y="0"/>
                    <ns1:pt x="0" y="19"/>
                    <ns1:pt x="2" y="40"/>
                  </ns1:cubicBezTo>
                  <ns1:cubicBezTo>
                    <ns1:pt x="2" y="56"/>
                    <ns1:pt x="16" y="65"/>
                    <ns1:pt x="16" y="65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5" name="任意多边形 3800">
              <ns1:extLst>
                <ns1:ext uri="{FF2B5EF4-FFF2-40B4-BE49-F238E27FC236}">
                  <ns2:creationId id="{529D5D08-38B4-43FD-8027-528B33C9CA8C}"/>
                </ns1:ext>
              </ns1:extLst>
            </ns0:cNvPr>
            <ns0:cNvSpPr/>
            <ns0:nvPr/>
          </ns0:nvSpPr>
          <ns0:spPr>
            <ns1:xfrm>
              <ns1:off x="5174975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13740" y="9074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7479" y="0"/>
                </ns1:cxn>
                <ns1:cxn ang="0">
                  <ns1:pos x="27479" y="0"/>
                </ns1:cxn>
                <ns1:cxn ang="0">
                  <ns1:pos x="0" y="0"/>
                </ns1:cxn>
              </ns1:cxnLst>
              <ns1:rect l="0" t="0" r="0" b="0"/>
              <ns1:pathLst>
                <ns1:path w="79" h="29">
                  <ns1:moveTo>
                    <ns1:pt x="0" y="0"/>
                  </ns1:moveTo>
                  <ns1:cubicBezTo>
                    <ns1:pt x="8" y="16"/>
                    <ns1:pt x="24" y="28"/>
                    <ns1:pt x="38" y="23"/>
                  </ns1:cubicBezTo>
                  <ns1:cubicBezTo>
                    <ns1:pt x="47" y="22"/>
                    <ns1:pt x="70" y="3"/>
                    <ns1:pt x="78" y="0"/>
                  </ns1:cubicBezTo>
                  <ns1:lnTo>
                    <ns1:pt x="76" y="0"/>
                  </ns1:ln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6" name="任意多边形 3802">
              <ns1:extLst>
                <ns1:ext uri="{FF2B5EF4-FFF2-40B4-BE49-F238E27FC236}">
                  <ns2:creationId id="{08EF1409-1B97-48C9-BDE2-1C949E629130}"/>
                </ns1:ext>
              </ns1:extLst>
            </ns0:cNvPr>
            <ns0:cNvSpPr/>
            <ns0:nvPr/>
          </ns0:nvSpPr>
          <ns0:spPr>
            <ns1:xfrm>
              <ns1:off x="5161770" y="5231484"/>
              <ns1:ext cx="47160" cy="26411"/>
            </ns1:xfrm>
            <ns1:custGeom>
              <ns1:avLst/>
              <ns1:gdLst/>
              <ns1:ahLst/>
              <ns1:cxnLst>
                <ns1:cxn ang="0">
                  <ns1:pos x="12361" y="20094"/>
                </ns1:cxn>
                <ns1:cxn ang="0">
                  <ns1:pos x="18177" y="21888"/>
                </ns1:cxn>
                <ns1:cxn ang="0">
                  <ns1:pos x="39626" y="21888"/>
                </ns1:cxn>
                <ns1:cxn ang="0">
                  <ns1:pos x="39626" y="21171"/>
                </ns1:cxn>
                <ns1:cxn ang="0">
                  <ns1:pos x="3635" y="0"/>
                </ns1:cxn>
                <ns1:cxn ang="0">
                  <ns1:pos x="3635" y="11841"/>
                </ns1:cxn>
                <ns1:cxn ang="0">
                  <ns1:pos x="12361" y="20094"/>
                </ns1:cxn>
              </ns1:cxnLst>
              <ns1:rect l="0" t="0" r="0" b="0"/>
              <ns1:pathLst>
                <ns1:path w="110" h="62">
                  <ns1:moveTo>
                    <ns1:pt x="34" y="56"/>
                  </ns1:moveTo>
                  <ns1:cubicBezTo>
                    <ns1:pt x="42" y="61"/>
                    <ns1:pt x="50" y="61"/>
                    <ns1:pt x="50" y="61"/>
                  </ns1:cubicBezTo>
                  <ns1:lnTo>
                    <ns1:pt x="109" y="61"/>
                  </ns1:lnTo>
                  <ns1:lnTo>
                    <ns1:pt x="109" y="59"/>
                  </ns1:lnTo>
                  <ns1:cubicBezTo>
                    <ns1:pt x="73" y="36"/>
                    <ns1:pt x="10" y="0"/>
                    <ns1:pt x="10" y="0"/>
                  </ns1:cubicBezTo>
                  <ns1:cubicBezTo>
                    <ns1:pt x="0" y="17"/>
                    <ns1:pt x="10" y="33"/>
                    <ns1:pt x="10" y="33"/>
                  </ns1:cubicBezTo>
                  <ns1:cubicBezTo>
                    <ns1:pt x="17" y="50"/>
                    <ns1:pt x="34" y="56"/>
                    <ns1:pt x="34" y="5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7" name="任意多边形 3804">
              <ns1:extLst>
                <ns1:ext uri="{FF2B5EF4-FFF2-40B4-BE49-F238E27FC236}">
                  <ns2:creationId id="{C04A4505-EE4E-4970-A73D-DD9CAA1C8A17}"/>
                </ns1:ext>
              </ns1:extLst>
            </ns0:cNvPr>
            <ns0:cNvSpPr/>
            <ns0:nvPr/>
          </ns0:nvSpPr>
          <ns0:spPr>
            <ns1:xfrm>
              <ns1:off x="5191952" y="5191870"/>
              <ns1:ext cx="28296" cy="62252"/>
            </ns1:xfrm>
            <ns1:custGeom>
              <ns1:avLst/>
              <ns1:gdLst/>
              <ns1:ahLst/>
              <ns1:cxnLst>
                <ns1:cxn ang="0">
                  <ns1:pos x="1774" y="9526"/>
                </ns1:cxn>
                <ns1:cxn ang="0">
                  <ns1:pos x="1774" y="18685"/>
                </ns1:cxn>
                <ns1:cxn ang="0">
                  <ns1:pos x="19510" y="52391"/>
                </ns1:cxn>
                <ns1:cxn ang="0">
                  <ns1:pos x="14898" y="0"/>
                </ns1:cxn>
                <ns1:cxn ang="0">
                  <ns1:pos x="10642" y="1099"/>
                </ns1:cxn>
                <ns1:cxn ang="0">
                  <ns1:pos x="1774" y="9526"/>
                </ns1:cxn>
              </ns1:cxnLst>
              <ns1:rect l="0" t="0" r="0" b="0"/>
              <ns1:pathLst>
                <ns1:path w="68" h="144">
                  <ns1:moveTo>
                    <ns1:pt x="5" y="26"/>
                  </ns1:moveTo>
                  <ns1:cubicBezTo>
                    <ns1:pt x="0" y="38"/>
                    <ns1:pt x="5" y="51"/>
                    <ns1:pt x="5" y="51"/>
                  </ns1:cubicBezTo>
                  <ns1:cubicBezTo>
                    <ns1:pt x="13" y="82"/>
                    <ns1:pt x="45" y="132"/>
                    <ns1:pt x="55" y="143"/>
                  </ns1:cubicBezTo>
                  <ns1:cubicBezTo>
                    <ns1:pt x="67" y="31"/>
                    <ns1:pt x="42" y="0"/>
                    <ns1:pt x="42" y="0"/>
                  </ns1:cubicBezTo>
                  <ns1:cubicBezTo>
                    <ns1:pt x="41" y="0"/>
                    <ns1:pt x="30" y="3"/>
                    <ns1:pt x="30" y="3"/>
                  </ns1:cubicBezTo>
                  <ns1:cubicBezTo>
                    <ns1:pt x="8" y="9"/>
                    <ns1:pt x="5" y="26"/>
                    <ns1:pt x="5" y="2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8" name="任意多边形 3806">
              <ns1:extLst>
                <ns1:ext uri="{FF2B5EF4-FFF2-40B4-BE49-F238E27FC236}">
                  <ns2:creationId id="{109FC398-5589-494F-B865-6C0C94B847FF}"/>
                </ns1:ext>
              </ns1:extLst>
            </ns0:cNvPr>
            <ns0:cNvSpPr/>
            <ns0:nvPr/>
          </ns0:nvSpPr>
          <ns0:spPr>
            <ns1:xfrm>
              <ns1:off x="5216477" y="5191870"/>
              <ns1:ext cx="28297" cy="62252"/>
            </ns1:xfrm>
            <ns1:custGeom>
              <ns1:avLst/>
              <ns1:gdLst/>
              <ns1:ahLst/>
              <ns1:cxnLst>
                <ns1:cxn ang="0">
                  <ns1:pos x="21707" y="19418"/>
                </ns1:cxn>
                <ns1:cxn ang="0">
                  <ns1:pos x="21707" y="10258"/>
                </ns1:cxn>
                <ns1:cxn ang="0">
                  <ns1:pos x="12811" y="1832"/>
                </ns1:cxn>
                <ns1:cxn ang="0">
                  <ns1:pos x="8185" y="1099"/>
                </ns1:cxn>
                <ns1:cxn ang="0">
                  <ns1:pos x="3914" y="52391"/>
                </ns1:cxn>
                <ns1:cxn ang="0">
                  <ns1:pos x="21707" y="19418"/>
                </ns1:cxn>
              </ns1:cxnLst>
              <ns1:rect l="0" t="0" r="0" b="0"/>
              <ns1:pathLst>
                <ns1:path w="66" h="144">
                  <ns1:moveTo>
                    <ns1:pt x="61" y="53"/>
                  </ns1:moveTo>
                  <ns1:cubicBezTo>
                    <ns1:pt x="61" y="53"/>
                    <ns1:pt x="65" y="37"/>
                    <ns1:pt x="61" y="28"/>
                  </ns1:cubicBezTo>
                  <ns1:cubicBezTo>
                    <ns1:pt x="61" y="28"/>
                    <ns1:pt x="54" y="8"/>
                    <ns1:pt x="36" y="5"/>
                  </ns1:cubicBezTo>
                  <ns1:cubicBezTo>
                    <ns1:pt x="36" y="5"/>
                    <ns1:pt x="29" y="3"/>
                    <ns1:pt x="23" y="3"/>
                  </ns1:cubicBezTo>
                  <ns1:cubicBezTo>
                    <ns1:pt x="23" y="0"/>
                    <ns1:pt x="0" y="31"/>
                    <ns1:pt x="11" y="143"/>
                  </ns1:cubicBezTo>
                  <ns1:cubicBezTo>
                    <ns1:pt x="20" y="134"/>
                    <ns1:pt x="54" y="83"/>
                    <ns1:pt x="61" y="53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29" name="任意多边形 3808">
              <ns1:extLst>
                <ns1:ext uri="{FF2B5EF4-FFF2-40B4-BE49-F238E27FC236}">
                  <ns2:creationId id="{007F2517-698B-4642-A2AB-555113FEE67B}"/>
                </ns1:ext>
              </ns1:extLst>
            </ns0:cNvPr>
            <ns0:cNvSpPr/>
            <ns0:nvPr/>
          </ns0:nvSpPr>
          <ns0:spPr>
            <ns1:xfrm>
              <ns1:off x="5229682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14824" y="8321"/>
                </ns1:cxn>
                <ns1:cxn ang="0">
                  <ns1:pos x="28202" y="347"/>
                </ns1:cxn>
                <ns1:cxn ang="0">
                  <ns1:pos x="0" y="0"/>
                </ns1:cxn>
              </ns1:cxnLst>
              <ns1:rect l="0" t="0" r="0" b="0"/>
              <ns1:pathLst>
                <ns1:path w="79" h="33">
                  <ns1:moveTo>
                    <ns1:pt x="0" y="0"/>
                  </ns1:moveTo>
                  <ns1:lnTo>
                    <ns1:pt x="0" y="0"/>
                  </ns1:lnTo>
                  <ns1:cubicBezTo>
                    <ns1:pt x="8" y="7"/>
                    <ns1:pt x="30" y="23"/>
                    <ns1:pt x="41" y="24"/>
                  </ns1:cubicBezTo>
                  <ns1:cubicBezTo>
                    <ns1:pt x="41" y="24"/>
                    <ns1:pt x="61" y="32"/>
                    <ns1:pt x="78" y="1"/>
                  </ns1:cubicBez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30" name="任意多边形 3810">
              <ns1:extLst>
                <ns1:ext uri="{FF2B5EF4-FFF2-40B4-BE49-F238E27FC236}">
                  <ns2:creationId id="{607AE030-745F-491F-A94E-7419A4605FEA}"/>
                </ns1:ext>
              </ns1:extLst>
            </ns0:cNvPr>
            <ns0:cNvSpPr/>
            <ns0:nvPr/>
          </ns0:nvSpPr>
          <ns0:spPr>
            <ns1:xfrm>
              <ns1:off x="5229681" y="5233371"/>
              <ns1:ext cx="45275" cy="26411"/>
            </ns1:xfrm>
            <ns1:custGeom>
              <ns1:avLst/>
              <ns1:gdLst/>
              <ns1:ahLst/>
              <ns1:cxnLst>
                <ns1:cxn ang="0">
                  <ns1:pos x="21512" y="21882"/>
                </ns1:cxn>
                <ns1:cxn ang="0">
                  <ns1:pos x="26449" y="20423"/>
                </ns1:cxn>
                <ns1:cxn ang="0">
                  <ns1:pos x="34912" y="11671"/>
                </ns1:cxn>
                <ns1:cxn ang="0">
                  <ns1:pos x="35617" y="0"/>
                </ns1:cxn>
                <ns1:cxn ang="0">
                  <ns1:pos x="0" y="21518"/>
                </ns1:cxn>
                <ns1:cxn ang="0">
                  <ns1:pos x="21512" y="21882"/>
                </ns1:cxn>
              </ns1:cxnLst>
              <ns1:rect l="0" t="0" r="0" b="0"/>
              <ns1:pathLst>
                <ns1:path w="108" h="61">
                  <ns1:moveTo>
                    <ns1:pt x="61" y="60"/>
                  </ns1:moveTo>
                  <ns1:cubicBezTo>
                    <ns1:pt x="61" y="60"/>
                    <ns1:pt x="67" y="60"/>
                    <ns1:pt x="75" y="56"/>
                  </ns1:cubicBezTo>
                  <ns1:cubicBezTo>
                    <ns1:pt x="75" y="56"/>
                    <ns1:pt x="90" y="49"/>
                    <ns1:pt x="99" y="32"/>
                  </ns1:cubicBezTo>
                  <ns1:cubicBezTo>
                    <ns1:pt x="99" y="32"/>
                    <ns1:pt x="107" y="17"/>
                    <ns1:pt x="101" y="0"/>
                  </ns1:cubicBezTo>
                  <ns1:cubicBezTo>
                    <ns1:pt x="101" y="0"/>
                    <ns1:pt x="34" y="35"/>
                    <ns1:pt x="0" y="59"/>
                  </ns1:cubicBezTo>
                  <ns1:cubicBezTo>
                    <ns1:pt x="12" y="60"/>
                    <ns1:pt x="59" y="60"/>
                    <ns1:pt x="61" y="60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31" name="任意多边形 3812">
              <ns1:extLst>
                <ns1:ext uri="{FF2B5EF4-FFF2-40B4-BE49-F238E27FC236}">
                  <ns2:creationId id="{A608EA5C-DBD6-4151-99A7-EC30DCD3447E}"/>
                </ns1:ext>
              </ns1:extLst>
            </ns0:cNvPr>
            <ns0:cNvSpPr/>
            <ns0:nvPr/>
          </ns0:nvSpPr>
          <ns0:spPr>
            <ns1:xfrm>
              <ns1:off x="5225908" y="5206962"/>
              <ns1:ext cx="39615" cy="49047"/>
            </ns1:xfrm>
            <ns1:custGeom>
              <ns1:avLst/>
              <ns1:gdLst/>
              <ns1:ahLst/>
              <ns1:cxnLst>
                <ns1:cxn ang="0">
                  <ns1:pos x="27558" y="24131"/>
                </ns1:cxn>
                <ns1:cxn ang="0">
                  <ns1:pos x="32568" y="14990"/>
                </ns1:cxn>
                <ns1:cxn ang="0">
                  <ns1:pos x="25053" y="0"/>
                </ns1:cxn>
                <ns1:cxn ang="0">
                  <ns1:pos x="0" y="40949"/>
                </ns1:cxn>
                <ns1:cxn ang="0">
                  <ns1:pos x="27558" y="24131"/>
                </ns1:cxn>
              </ns1:cxnLst>
              <ns1:rect l="0" t="0" r="0" b="0"/>
              <ns1:pathLst>
                <ns1:path w="94" h="113">
                  <ns1:moveTo>
                    <ns1:pt x="77" y="66"/>
                  </ns1:moveTo>
                  <ns1:cubicBezTo>
                    <ns1:pt x="77" y="66"/>
                    <ns1:pt x="90" y="56"/>
                    <ns1:pt x="91" y="41"/>
                  </ns1:cubicBezTo>
                  <ns1:cubicBezTo>
                    <ns1:pt x="93" y="19"/>
                    <ns1:pt x="70" y="0"/>
                    <ns1:pt x="70" y="0"/>
                  </ns1:cubicBezTo>
                  <ns1:cubicBezTo>
                    <ns1:pt x="70" y="0"/>
                    <ns1:pt x="29" y="47"/>
                    <ns1:pt x="0" y="112"/>
                  </ns1:cubicBezTo>
                  <ns1:cubicBezTo>
                    <ns1:pt x="12" y="108"/>
                    <ns1:pt x="59" y="84"/>
                    <ns1:pt x="77" y="6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132" name="组合 11">
              <ns1:extLst>
                <ns1:ext uri="{FF2B5EF4-FFF2-40B4-BE49-F238E27FC236}">
                  <ns2:creationId id="{C9478BA9-C2BA-4EC8-B021-C12916F4BD33}"/>
                </ns1:ext>
              </ns1:extLst>
            </ns0:cNvPr>
            <ns0:cNvGrpSpPr/>
            <ns0:nvPr/>
          </ns0:nvGrpSpPr>
          <ns0:grpSpPr>
            <ns1:xfrm>
              <ns1:off x="4839189" y="5197529"/>
              <ns1:ext cx="269760" cy="90548"/>
              <ns1:chOff x="7133" y="4645"/>
              <ns1:chExt cx="4701" cy="1573"/>
            </ns1:xfrm>
          </ns0:grpSpPr>
          <ns0:sp>
            <ns0:nvSpPr>
              <ns0:cNvPr id="133" name="任意多边形 12">
                <ns1:extLst>
                  <ns1:ext uri="{FF2B5EF4-FFF2-40B4-BE49-F238E27FC236}">
                    <ns2:creationId id="{DFD46D74-1046-4DAF-A675-FD190BA532A3}"/>
                  </ns1:ext>
                </ns1:extLst>
              </ns0:cNvPr>
              <ns0:cNvSpPr/>
              <ns0:nvPr/>
            </ns0:nvSpPr>
            <ns0:spPr>
              <ns1:xfrm>
                <ns1:off x="7178" y="5473"/>
                <ns1:ext cx="1620" cy="16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2857" h="294">
                    <ns1:moveTo>
                      <ns1:pt x="0" y="16"/>
                    </ns1:moveTo>
                    <ns1:cubicBezTo>
                      <ns1:pt x="4" y="16"/>
                      <ns1:pt x="1169" y="0"/>
                      <ns1:pt x="1448" y="13"/>
                    </ns1:cubicBezTo>
                    <ns1:cubicBezTo>
                      <ns1:pt x="1675" y="22"/>
                      <ns1:pt x="2019" y="15"/>
                      <ns1:pt x="2243" y="41"/>
                    </ns1:cubicBezTo>
                    <ns1:cubicBezTo>
                      <ns1:pt x="2456" y="62"/>
                      <ns1:pt x="2800" y="113"/>
                      <ns1:pt x="2856" y="293"/>
                    </ns1:cubicBezTo>
                    <ns1:cubicBezTo>
                      <ns1:pt x="2643" y="226"/>
                      <ns1:pt x="2502" y="237"/>
                      <ns1:pt x="2208" y="200"/>
                    </ns1:cubicBezTo>
                    <ns1:cubicBezTo>
                      <ns1:pt x="2178" y="196"/>
                      <ns1:pt x="1999" y="186"/>
                      <ns1:pt x="1881" y="187"/>
                    </ns1:cubicBezTo>
                    <ns1:cubicBezTo>
                      <ns1:pt x="1881" y="187"/>
                      <ns1:pt x="1959" y="168"/>
                      <ns1:pt x="2111" y="161"/>
                    </ns1:cubicBezTo>
                    <ns1:cubicBezTo>
                      <ns1:pt x="2204" y="156"/>
                      <ns1:pt x="2384" y="147"/>
                      <ns1:pt x="2470" y="159"/>
                    </ns1:cubicBezTo>
                    <ns1:cubicBezTo>
                      <ns1:pt x="2405" y="126"/>
                      <ns1:pt x="2204" y="106"/>
                      <ns1:pt x="2079" y="90"/>
                    </ns1:cubicBezTo>
                    <ns1:cubicBezTo>
                      <ns1:pt x="1857" y="64"/>
                      <ns1:pt x="1657" y="66"/>
                      <ns1:pt x="1432" y="69"/>
                    </ns1:cubicBezTo>
                    <ns1:cubicBezTo>
                      <ns1:pt x="1155" y="71"/>
                      <ns1:pt x="11" y="67"/>
                      <ns1:pt x="7" y="67"/>
                    </ns1:cubicBezTo>
                    <ns1:lnTo>
                      <ns1:pt x="0" y="16"/>
                    </ns1:ln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4" name="任意多边形 13">
                <ns1:extLst>
                  <ns1:ext uri="{FF2B5EF4-FFF2-40B4-BE49-F238E27FC236}">
                    <ns2:creationId id="{74AB50D3-F7D3-4C21-B174-A38688EC8902}"/>
                  </ns1:ext>
                </ns1:extLst>
              </ns0:cNvPr>
              <ns0:cNvSpPr/>
              <ns0:nvPr/>
            </ns0:nvSpPr>
            <ns0:spPr>
              <ns1:xfrm>
                <ns1:off x="7133" y="5125"/>
                <ns1:ext cx="3172" cy="39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598" h="690">
                    <ns1:moveTo>
                      <ns1:pt x="5553" y="379"/>
                    </ns1:moveTo>
                    <ns1:cubicBezTo>
                      <ns1:pt x="5593" y="383"/>
                      <ns1:pt x="5597" y="421"/>
                      <ns1:pt x="5482" y="413"/>
                    </ns1:cubicBezTo>
                    <ns1:cubicBezTo>
                      <ns1:pt x="5098" y="383"/>
                      <ns1:pt x="4169" y="236"/>
                      <ns1:pt x="3785" y="187"/>
                    </ns1:cubicBezTo>
                    <ns1:cubicBezTo>
                      <ns1:pt x="3196" y="113"/>
                      <ns1:pt x="3120" y="187"/>
                      <ns1:pt x="2930" y="325"/>
                    </ns1:cubicBezTo>
                    <ns1:cubicBezTo>
                      <ns1:pt x="2597" y="564"/>
                      <ns1:pt x="2121" y="679"/>
                      <ns1:pt x="1721" y="681"/>
                    </ns1:cubicBezTo>
                    <ns1:lnTo>
                      <ns1:pt x="81" y="688"/>
                    </ns1:lnTo>
                    <ns1:cubicBezTo>
                      <ns1:pt x="0" y="689"/>
                      <ns1:pt x="2" y="630"/>
                      <ns1:pt x="81" y="631"/>
                    </ns1:cubicBezTo>
                    <ns1:cubicBezTo>
                      <ns1:pt x="197" y="628"/>
                      <ns1:pt x="1380" y="608"/>
                      <ns1:pt x="1659" y="608"/>
                    </ns1:cubicBezTo>
                    <ns1:cubicBezTo>
                      <ns1:pt x="1937" y="608"/>
                      <ns1:pt x="2205" y="557"/>
                      <ns1:pt x="2331" y="506"/>
                    </ns1:cubicBezTo>
                    <ns1:cubicBezTo>
                      <ns1:pt x="2456" y="455"/>
                      <ns1:pt x="2634" y="349"/>
                      <ns1:pt x="2821" y="196"/>
                    </ns1:cubicBezTo>
                    <ns1:cubicBezTo>
                      <ns1:pt x="3008" y="44"/>
                      <ns1:pt x="3177" y="0"/>
                      <ns1:pt x="3766" y="90"/>
                    </ns1:cubicBezTo>
                    <ns1:cubicBezTo>
                      <ns1:pt x="4353" y="178"/>
                      <ns1:pt x="5145" y="319"/>
                      <ns1:pt x="5553" y="379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5" name="任意多边形 14">
                <ns1:extLst>
                  <ns1:ext uri="{FF2B5EF4-FFF2-40B4-BE49-F238E27FC236}">
                    <ns2:creationId id="{DE0E4708-9087-4F98-8CAD-C345171536B6}"/>
                  </ns1:ext>
                </ns1:extLst>
              </ns0:cNvPr>
              <ns0:cNvSpPr/>
              <ns0:nvPr/>
            </ns0:nvSpPr>
            <ns0:spPr>
              <ns1:xfrm>
                <ns1:off x="8240" y="5565"/>
                <ns1:ext cx="3595" cy="315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6339" h="554">
                    <ns1:moveTo>
                      <ns1:pt x="2576" y="408"/>
                    </ns1:moveTo>
                    <ns1:cubicBezTo>
                      <ns1:pt x="1901" y="371"/>
                      <ns1:pt x="1294" y="339"/>
                      <ns1:pt x="970" y="234"/>
                    </ns1:cubicBezTo>
                    <ns1:cubicBezTo>
                      <ns1:pt x="672" y="138"/>
                      <ns1:pt x="586" y="101"/>
                      <ns1:pt x="423" y="51"/>
                    </ns1:cubicBezTo>
                    <ns1:cubicBezTo>
                      <ns1:pt x="261" y="0"/>
                      <ns1:pt x="16" y="28"/>
                      <ns1:pt x="7" y="30"/>
                    </ns1:cubicBezTo>
                    <ns1:cubicBezTo>
                      <ns1:pt x="0" y="30"/>
                      <ns1:pt x="182" y="34"/>
                      <ns1:pt x="388" y="136"/>
                    </ns1:cubicBezTo>
                    <ns1:cubicBezTo>
                      <ns1:pt x="594" y="237"/>
                      <ns1:pt x="728" y="318"/>
                      <ns1:pt x="982" y="392"/>
                    </ns1:cubicBezTo>
                    <ns1:cubicBezTo>
                      <ns1:pt x="1317" y="489"/>
                      <ns1:pt x="1846" y="553"/>
                      <ns1:pt x="2530" y="542"/>
                    </ns1:cubicBezTo>
                    <ns1:cubicBezTo>
                      <ns1:pt x="3473" y="526"/>
                      <ns1:pt x="5683" y="433"/>
                      <ns1:pt x="6239" y="459"/>
                    </ns1:cubicBezTo>
                    <ns1:cubicBezTo>
                      <ns1:pt x="6297" y="463"/>
                      <ns1:pt x="6338" y="436"/>
                      <ns1:pt x="6248" y="419"/>
                    </ns1:cubicBezTo>
                    <ns1:cubicBezTo>
                      <ns1:pt x="5870" y="350"/>
                      <ns1:pt x="3205" y="442"/>
                      <ns1:pt x="2576" y="40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6" name="任意多边形 15">
                <ns1:extLst>
                  <ns1:ext uri="{FF2B5EF4-FFF2-40B4-BE49-F238E27FC236}">
                    <ns2:creationId id="{9A1ADCBC-8BA2-4E13-93F6-E0B4B3E16A10}"/>
                  </ns1:ext>
                </ns1:extLst>
              </ns0:cNvPr>
              <ns0:cNvSpPr/>
              <ns0:nvPr/>
            </ns0:nvSpPr>
            <ns0:spPr>
              <ns1:xfrm>
                <ns1:off x="8853" y="4645"/>
                <ns1:ext cx="327" cy="50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76" h="882">
                    <ns1:moveTo>
                      <ns1:pt x="194" y="848"/>
                    </ns1:moveTo>
                    <ns1:cubicBezTo>
                      <ns1:pt x="203" y="834"/>
                      <ns1:pt x="203" y="820"/>
                      <ns1:pt x="196" y="744"/>
                    </ns1:cubicBezTo>
                    <ns1:cubicBezTo>
                      <ns1:pt x="189" y="666"/>
                      <ns1:pt x="173" y="509"/>
                      <ns1:pt x="286" y="307"/>
                    </ns1:cubicBezTo>
                    <ns1:cubicBezTo>
                      <ns1:pt x="388" y="122"/>
                      <ns1:pt x="501" y="53"/>
                      <ns1:pt x="554" y="30"/>
                    </ns1:cubicBezTo>
                    <ns1:cubicBezTo>
                      <ns1:pt x="575" y="21"/>
                      <ns1:pt x="570" y="0"/>
                      <ns1:pt x="518" y="23"/>
                    </ns1:cubicBezTo>
                    <ns1:cubicBezTo>
                      <ns1:pt x="465" y="46"/>
                      <ns1:pt x="300" y="127"/>
                      <ns1:pt x="189" y="307"/>
                    </ns1:cubicBezTo>
                    <ns1:cubicBezTo>
                      <ns1:pt x="64" y="509"/>
                      <ns1:pt x="62" y="702"/>
                      <ns1:pt x="48" y="770"/>
                    </ns1:cubicBezTo>
                    <ns1:cubicBezTo>
                      <ns1:pt x="34" y="839"/>
                      <ns1:pt x="19" y="860"/>
                      <ns1:pt x="0" y="881"/>
                    </ns1:cubicBezTo>
                    <ns1:cubicBezTo>
                      <ns1:pt x="46" y="860"/>
                      <ns1:pt x="164" y="844"/>
                      <ns1:pt x="194" y="84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7" name="任意多边形 16">
                <ns1:extLst>
                  <ns1:ext uri="{FF2B5EF4-FFF2-40B4-BE49-F238E27FC236}">
                    <ns2:creationId id="{951DD19A-34AC-494E-AB00-8B8762CFD510}"/>
                  </ns1:ext>
                </ns1:extLst>
              </ns0:cNvPr>
              <ns0:cNvSpPr/>
              <ns0:nvPr/>
            </ns0:nvSpPr>
            <ns0:spPr>
              <ns1:xfrm>
                <ns1:off x="9070" y="4668"/>
                <ns1:ext cx="473" cy="53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34" h="946">
                    <ns1:moveTo>
                      <ns1:pt x="455" y="873"/>
                    </ns1:moveTo>
                    <ns1:cubicBezTo>
                      <ns1:pt x="311" y="825"/>
                      <ns1:pt x="224" y="767"/>
                      <ns1:pt x="140" y="658"/>
                    </ns1:cubicBezTo>
                    <ns1:cubicBezTo>
                      <ns1:pt x="57" y="548"/>
                      <ns1:pt x="0" y="307"/>
                      <ns1:pt x="85" y="143"/>
                    </ns1:cubicBezTo>
                    <ns1:cubicBezTo>
                      <ns1:pt x="131" y="53"/>
                      <ns1:pt x="216" y="0"/>
                      <ns1:pt x="226" y="16"/>
                    </ns1:cubicBezTo>
                    <ns1:cubicBezTo>
                      <ns1:pt x="231" y="25"/>
                      <ns1:pt x="200" y="26"/>
                      <ns1:pt x="156" y="107"/>
                    </ns1:cubicBezTo>
                    <ns1:cubicBezTo>
                      <ns1:pt x="52" y="300"/>
                      <ns1:pt x="154" y="511"/>
                      <ns1:pt x="279" y="628"/>
                    </ns1:cubicBezTo>
                    <ns1:cubicBezTo>
                      <ns1:pt x="402" y="744"/>
                      <ns1:pt x="637" y="869"/>
                      <ns1:pt x="833" y="945"/>
                    </ns1:cubicBezTo>
                    <ns1:cubicBezTo>
                      <ns1:pt x="711" y="925"/>
                      <ns1:pt x="455" y="873"/>
                      <ns1:pt x="455" y="873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8" name="任意多边形 17">
                <ns1:extLst>
                  <ns1:ext uri="{FF2B5EF4-FFF2-40B4-BE49-F238E27FC236}">
                    <ns2:creationId id="{4909F626-EA59-4FDA-9256-1970D28ACA24}"/>
                  </ns1:ext>
                </ns1:extLst>
              </ns0:cNvPr>
              <ns0:cNvSpPr/>
              <ns0:nvPr/>
            </ns0:nvSpPr>
            <ns0:spPr>
              <ns1:xfrm>
                <ns1:off x="9010" y="5860"/>
                <ns1:ext cx="468" cy="35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26" h="632">
                    <ns1:moveTo>
                      <ns1:pt x="553" y="72"/>
                    </ns1:moveTo>
                    <ns1:cubicBezTo>
                      <ns1:pt x="504" y="333"/>
                      <ns1:pt x="673" y="471"/>
                      <ns1:pt x="784" y="578"/>
                    </ns1:cubicBezTo>
                    <ns1:cubicBezTo>
                      <ns1:pt x="825" y="631"/>
                      <ns1:pt x="728" y="617"/>
                      <ns1:pt x="703" y="612"/>
                    </ns1:cubicBezTo>
                    <ns1:cubicBezTo>
                      <ns1:pt x="284" y="504"/>
                      <ns1:pt x="340" y="122"/>
                      <ns1:pt x="0" y="0"/>
                    </ns1:cubicBezTo>
                    <ns1:cubicBezTo>
                      <ns1:pt x="305" y="76"/>
                      <ns1:pt x="553" y="72"/>
                      <ns1:pt x="553" y="72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39" name="任意多边形 18">
                <ns1:extLst>
                  <ns1:ext uri="{FF2B5EF4-FFF2-40B4-BE49-F238E27FC236}">
                    <ns2:creationId id="{91344106-0D81-4DFC-9036-62E860AD4FC2}"/>
                  </ns1:ext>
                </ns1:extLst>
              </ns0:cNvPr>
              <ns0:cNvSpPr/>
              <ns0:nvPr/>
            </ns0:nvSpPr>
            <ns0:spPr>
              <ns1:xfrm>
                <ns1:off x="9248" y="5315"/>
                <ns1:ext cx="2515" cy="39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4435" h="702">
                    <ns1:moveTo>
                      <ns1:pt x="0" y="423"/>
                    </ns1:moveTo>
                    <ns1:cubicBezTo>
                      <ns1:pt x="0" y="384"/>
                      <ns1:pt x="6" y="342"/>
                      <ns1:pt x="18" y="298"/>
                    </ns1:cubicBezTo>
                    <ns1:cubicBezTo>
                      <ns1:pt x="34" y="238"/>
                      <ns1:pt x="57" y="187"/>
                      <ns1:pt x="90" y="143"/>
                    </ns1:cubicBezTo>
                    <ns1:cubicBezTo>
                      <ns1:pt x="122" y="99"/>
                      <ns1:pt x="163" y="65"/>
                      <ns1:pt x="212" y="39"/>
                    </ns1:cubicBezTo>
                    <ns1:cubicBezTo>
                      <ns1:pt x="261" y="14"/>
                      <ns1:pt x="316" y="2"/>
                      <ns1:pt x="380" y="2"/>
                    </ns1:cubicBezTo>
                    <ns1:cubicBezTo>
                      <ns1:pt x="462" y="2"/>
                      <ns1:pt x="531" y="28"/>
                      <ns1:pt x="582" y="79"/>
                    </ns1:cubicBezTo>
                    <ns1:cubicBezTo>
                      <ns1:pt x="633" y="130"/>
                      <ns1:pt x="660" y="199"/>
                      <ns1:pt x="660" y="285"/>
                    </ns1:cubicBezTo>
                    <ns1:cubicBezTo>
                      <ns1:pt x="660" y="356"/>
                      <ns1:pt x="644" y="425"/>
                      <ns1:pt x="611" y="492"/>
                    </ns1:cubicBezTo>
                    <ns1:cubicBezTo>
                      <ns1:pt x="577" y="559"/>
                      <ns1:pt x="531" y="609"/>
                      <ns1:pt x="475" y="644"/>
                    </ns1:cubicBezTo>
                    <ns1:cubicBezTo>
                      <ns1:pt x="417" y="679"/>
                      <ns1:pt x="351" y="697"/>
                      <ns1:pt x="279" y="697"/>
                    </ns1:cubicBezTo>
                    <ns1:cubicBezTo>
                      <ns1:pt x="216" y="697"/>
                      <ns1:pt x="162" y="684"/>
                      <ns1:pt x="120" y="655"/>
                    </ns1:cubicBezTo>
                    <ns1:cubicBezTo>
                      <ns1:pt x="77" y="627"/>
                      <ns1:pt x="48" y="592"/>
                      <ns1:pt x="30" y="550"/>
                    </ns1:cubicBezTo>
                    <ns1:cubicBezTo>
                      <ns1:pt x="11" y="509"/>
                      <ns1:pt x="0" y="467"/>
                      <ns1:pt x="0" y="423"/>
                    </ns1:cubicBezTo>
                    <ns1:close/>
                    <ns1:moveTo>
                      <ns1:pt x="138" y="421"/>
                    </ns1:moveTo>
                    <ns1:cubicBezTo>
                      <ns1:pt x="138" y="467"/>
                      <ns1:pt x="152" y="506"/>
                      <ns1:pt x="180" y="538"/>
                    </ns1:cubicBezTo>
                    <ns1:cubicBezTo>
                      <ns1:pt x="209" y="569"/>
                      <ns1:pt x="246" y="585"/>
                      <ns1:pt x="291" y="585"/>
                    </ns1:cubicBezTo>
                    <ns1:cubicBezTo>
                      <ns1:pt x="328" y="585"/>
                      <ns1:pt x="365" y="573"/>
                      <ns1:pt x="399" y="548"/>
                    </ns1:cubicBezTo>
                    <ns1:cubicBezTo>
                      <ns1:pt x="434" y="523"/>
                      <ns1:pt x="462" y="486"/>
                      <ns1:pt x="485" y="435"/>
                    </ns1:cubicBezTo>
                    <ns1:cubicBezTo>
                      <ns1:pt x="508" y="384"/>
                      <ns1:pt x="519" y="337"/>
                      <ns1:pt x="519" y="289"/>
                    </ns1:cubicBezTo>
                    <ns1:cubicBezTo>
                      <ns1:pt x="519" y="236"/>
                      <ns1:pt x="505" y="194"/>
                      <ns1:pt x="477" y="164"/>
                    </ns1:cubicBezTo>
                    <ns1:cubicBezTo>
                      <ns1:pt x="448" y="134"/>
                      <ns1:pt x="411" y="118"/>
                      <ns1:pt x="367" y="118"/>
                    </ns1:cubicBezTo>
                    <ns1:cubicBezTo>
                      <ns1:pt x="300" y="118"/>
                      <ns1:pt x="244" y="150"/>
                      <ns1:pt x="201" y="213"/>
                    </ns1:cubicBezTo>
                    <ns1:cubicBezTo>
                      <ns1:pt x="159" y="275"/>
                      <ns1:pt x="138" y="345"/>
                      <ns1:pt x="138" y="421"/>
                    </ns1:cubicBezTo>
                    <ns1:close/>
                    <ns1:moveTo>
                      <ns1:pt x="980" y="504"/>
                    </ns1:moveTo>
                    <ns1:lnTo>
                      <ns1:pt x="1108" y="525"/>
                    </ns1:lnTo>
                    <ns1:cubicBezTo>
                      <ns1:pt x="1087" y="583"/>
                      <ns1:pt x="1056" y="625"/>
                      <ns1:pt x="1015" y="655"/>
                    </ns1:cubicBezTo>
                    <ns1:cubicBezTo>
                      <ns1:pt x="974" y="685"/>
                      <ns1:pt x="925" y="699"/>
                      <ns1:pt x="870" y="699"/>
                    </ns1:cubicBezTo>
                    <ns1:cubicBezTo>
                      <ns1:pt x="810" y="699"/>
                      <ns1:pt x="760" y="681"/>
                      <ns1:pt x="723" y="642"/>
                    </ns1:cubicBezTo>
                    <ns1:cubicBezTo>
                      <ns1:pt x="686" y="605"/>
                      <ns1:pt x="669" y="555"/>
                      <ns1:pt x="669" y="490"/>
                    </ns1:cubicBezTo>
                    <ns1:cubicBezTo>
                      <ns1:pt x="669" y="437"/>
                      <ns1:pt x="679" y="386"/>
                      <ns1:pt x="702" y="340"/>
                    </ns1:cubicBezTo>
                    <ns1:cubicBezTo>
                      <ns1:pt x="723" y="293"/>
                      <ns1:pt x="757" y="256"/>
                      <ns1:pt x="803" y="229"/>
                    </ns1:cubicBezTo>
                    <ns1:cubicBezTo>
                      <ns1:pt x="846" y="203"/>
                      <ns1:pt x="895" y="189"/>
                      <ns1:pt x="948" y="189"/>
                    </ns1:cubicBezTo>
                    <ns1:cubicBezTo>
                      <ns1:pt x="1006" y="189"/>
                      <ns1:pt x="1052" y="204"/>
                      <ns1:pt x="1086" y="234"/>
                    </ns1:cubicBezTo>
                    <ns1:cubicBezTo>
                      <ns1:pt x="1121" y="264"/>
                      <ns1:pt x="1138" y="303"/>
                      <ns1:pt x="1144" y="352"/>
                    </ns1:cubicBezTo>
                    <ns1:lnTo>
                      <ns1:pt x="1019" y="367"/>
                    </ns1:lnTo>
                    <ns1:cubicBezTo>
                      <ns1:pt x="1015" y="338"/>
                      <ns1:pt x="1006" y="319"/>
                      <ns1:pt x="994" y="307"/>
                    </ns1:cubicBezTo>
                    <ns1:cubicBezTo>
                      <ns1:pt x="980" y="294"/>
                      <ns1:pt x="962" y="287"/>
                      <ns1:pt x="941" y="287"/>
                    </ns1:cubicBezTo>
                    <ns1:cubicBezTo>
                      <ns1:pt x="916" y="287"/>
                      <ns1:pt x="892" y="298"/>
                      <ns1:pt x="870" y="315"/>
                    </ns1:cubicBezTo>
                    <ns1:cubicBezTo>
                      <ns1:pt x="848" y="335"/>
                      <ns1:pt x="832" y="363"/>
                      <ns1:pt x="819" y="400"/>
                    </ns1:cubicBezTo>
                    <ns1:cubicBezTo>
                      <ns1:pt x="808" y="437"/>
                      <ns1:pt x="803" y="474"/>
                      <ns1:pt x="803" y="506"/>
                    </ns1:cubicBezTo>
                    <ns1:cubicBezTo>
                      <ns1:pt x="803" y="534"/>
                      <ns1:pt x="810" y="557"/>
                      <ns1:pt x="823" y="573"/>
                    </ns1:cubicBezTo>
                    <ns1:cubicBezTo>
                      <ns1:pt x="837" y="589"/>
                      <ns1:pt x="855" y="595"/>
                      <ns1:pt x="876" y="595"/>
                    </ns1:cubicBezTo>
                    <ns1:cubicBezTo>
                      <ns1:pt x="897" y="595"/>
                      <ns1:pt x="918" y="587"/>
                      <ns1:pt x="937" y="573"/>
                    </ns1:cubicBezTo>
                    <ns1:cubicBezTo>
                      <ns1:pt x="953" y="557"/>
                      <ns1:pt x="967" y="534"/>
                      <ns1:pt x="980" y="504"/>
                    </ns1:cubicBezTo>
                    <ns1:close/>
                    <ns1:moveTo>
                      <ns1:pt x="1606" y="485"/>
                    </ns1:moveTo>
                    <ns1:lnTo>
                      <ns1:pt x="1274" y="485"/>
                    </ns1:lnTo>
                    <ns1:cubicBezTo>
                      <ns1:pt x="1274" y="490"/>
                      <ns1:pt x="1274" y="494"/>
                      <ns1:pt x="1274" y="497"/>
                    </ns1:cubicBezTo>
                    <ns1:cubicBezTo>
                      <ns1:pt x="1274" y="529"/>
                      <ns1:pt x="1283" y="555"/>
                      <ns1:pt x="1302" y="575"/>
                    </ns1:cubicBezTo>
                    <ns1:cubicBezTo>
                      <ns1:pt x="1322" y="595"/>
                      <ns1:pt x="1343" y="604"/>
                      <ns1:pt x="1371" y="604"/>
                    </ns1:cubicBezTo>
                    <ns1:cubicBezTo>
                      <ns1:pt x="1415" y="604"/>
                      <ns1:pt x="1449" y="582"/>
                      <ns1:pt x="1473" y="536"/>
                    </ns1:cubicBezTo>
                    <ns1:lnTo>
                      <ns1:pt x="1592" y="555"/>
                    </ns1:lnTo>
                    <ns1:cubicBezTo>
                      <ns1:pt x="1569" y="602"/>
                      <ns1:pt x="1539" y="638"/>
                      <ns1:pt x="1500" y="662"/>
                    </ns1:cubicBezTo>
                    <ns1:cubicBezTo>
                      <ns1:pt x="1461" y="687"/>
                      <ns1:pt x="1419" y="697"/>
                      <ns1:pt x="1371" y="697"/>
                    </ns1:cubicBezTo>
                    <ns1:cubicBezTo>
                      <ns1:pt x="1306" y="697"/>
                      <ns1:pt x="1251" y="676"/>
                      <ns1:pt x="1211" y="635"/>
                    </ns1:cubicBezTo>
                    <ns1:cubicBezTo>
                      <ns1:pt x="1170" y="594"/>
                      <ns1:pt x="1149" y="539"/>
                      <ns1:pt x="1149" y="471"/>
                    </ns1:cubicBezTo>
                    <ns1:cubicBezTo>
                      <ns1:pt x="1149" y="404"/>
                      <ns1:pt x="1168" y="344"/>
                      <ns1:pt x="1205" y="291"/>
                    </ns1:cubicBezTo>
                    <ns1:cubicBezTo>
                      <ns1:pt x="1257" y="220"/>
                      <ns1:pt x="1329" y="185"/>
                      <ns1:pt x="1422" y="185"/>
                    </ns1:cubicBezTo>
                    <ns1:cubicBezTo>
                      <ns1:pt x="1482" y="185"/>
                      <ns1:pt x="1530" y="203"/>
                      <ns1:pt x="1565" y="240"/>
                    </ns1:cubicBezTo>
                    <ns1:cubicBezTo>
                      <ns1:pt x="1600" y="277"/>
                      <ns1:pt x="1618" y="330"/>
                      <ns1:pt x="1618" y="395"/>
                    </ns1:cubicBezTo>
                    <ns1:cubicBezTo>
                      <ns1:pt x="1616" y="430"/>
                      <ns1:pt x="1613" y="460"/>
                      <ns1:pt x="1606" y="485"/>
                    </ns1:cubicBezTo>
                    <ns1:close/>
                    <ns1:moveTo>
                      <ns1:pt x="1495" y="404"/>
                    </ns1:moveTo>
                    <ns1:cubicBezTo>
                      <ns1:pt x="1495" y="398"/>
                      <ns1:pt x="1495" y="393"/>
                      <ns1:pt x="1495" y="389"/>
                    </ns1:cubicBezTo>
                    <ns1:cubicBezTo>
                      <ns1:pt x="1495" y="354"/>
                      <ns1:pt x="1488" y="326"/>
                      <ns1:pt x="1470" y="308"/>
                    </ns1:cubicBezTo>
                    <ns1:cubicBezTo>
                      <ns1:pt x="1454" y="291"/>
                      <ns1:pt x="1431" y="280"/>
                      <ns1:pt x="1405" y="280"/>
                    </ns1:cubicBezTo>
                    <ns1:cubicBezTo>
                      <ns1:pt x="1376" y="280"/>
                      <ns1:pt x="1354" y="291"/>
                      <ns1:pt x="1331" y="310"/>
                    </ns1:cubicBezTo>
                    <ns1:cubicBezTo>
                      <ns1:pt x="1309" y="331"/>
                      <ns1:pt x="1295" y="361"/>
                      <ns1:pt x="1287" y="402"/>
                    </ns1:cubicBezTo>
                    <ns1:lnTo>
                      <ns1:pt x="1495" y="402"/>
                    </ns1:lnTo>
                    <ns1:lnTo>
                      <ns1:pt x="1495" y="404"/>
                    </ns1:lnTo>
                    <ns1:close/>
                    <ns1:moveTo>
                      <ns1:pt x="1800" y="338"/>
                    </ns1:moveTo>
                    <ns1:lnTo>
                      <ns1:pt x="1671" y="328"/>
                    </ns1:lnTo>
                    <ns1:cubicBezTo>
                      <ns1:pt x="1685" y="284"/>
                      <ns1:pt x="1711" y="250"/>
                      <ns1:pt x="1748" y="226"/>
                    </ns1:cubicBezTo>
                    <ns1:cubicBezTo>
                      <ns1:pt x="1785" y="201"/>
                      <ns1:pt x="1835" y="189"/>
                      <ns1:pt x="1895" y="189"/>
                    </ns1:cubicBezTo>
                    <ns1:cubicBezTo>
                      <ns1:pt x="1958" y="189"/>
                      <ns1:pt x="2004" y="201"/>
                      <ns1:pt x="2034" y="227"/>
                    </ns1:cubicBezTo>
                    <ns1:cubicBezTo>
                      <ns1:pt x="2064" y="252"/>
                      <ns1:pt x="2080" y="284"/>
                      <ns1:pt x="2080" y="321"/>
                    </ns1:cubicBezTo>
                    <ns1:cubicBezTo>
                      <ns1:pt x="2080" y="335"/>
                      <ns1:pt x="2078" y="351"/>
                      <ns1:pt x="2076" y="367"/>
                    </ns1:cubicBezTo>
                    <ns1:cubicBezTo>
                      <ns1:pt x="2075" y="382"/>
                      <ns1:pt x="2064" y="427"/>
                      <ns1:pt x="2048" y="497"/>
                    </ns1:cubicBezTo>
                    <ns1:cubicBezTo>
                      <ns1:pt x="2036" y="555"/>
                      <ns1:pt x="2029" y="595"/>
                      <ns1:pt x="2029" y="619"/>
                    </ns1:cubicBezTo>
                    <ns1:cubicBezTo>
                      <ns1:pt x="2029" y="641"/>
                      <ns1:pt x="2032" y="664"/>
                      <ns1:pt x="2039" y="690"/>
                    </ns1:cubicBezTo>
                    <ns1:lnTo>
                      <ns1:pt x="1911" y="690"/>
                    </ns1:lnTo>
                    <ns1:cubicBezTo>
                      <ns1:pt x="1905" y="672"/>
                      <ns1:pt x="1902" y="653"/>
                      <ns1:pt x="1900" y="634"/>
                    </ns1:cubicBezTo>
                    <ns1:cubicBezTo>
                      <ns1:pt x="1881" y="655"/>
                      <ns1:pt x="1858" y="672"/>
                      <ns1:pt x="1833" y="683"/>
                    </ns1:cubicBezTo>
                    <ns1:cubicBezTo>
                      <ns1:pt x="1808" y="695"/>
                      <ns1:pt x="1782" y="701"/>
                      <ns1:pt x="1757" y="701"/>
                    </ns1:cubicBezTo>
                    <ns1:cubicBezTo>
                      <ns1:pt x="1717" y="701"/>
                      <ns1:pt x="1684" y="689"/>
                      <ns1:pt x="1657" y="662"/>
                    </ns1:cubicBezTo>
                    <ns1:cubicBezTo>
                      <ns1:pt x="1631" y="636"/>
                      <ns1:pt x="1618" y="600"/>
                      <ns1:pt x="1618" y="561"/>
                    </ns1:cubicBezTo>
                    <ns1:cubicBezTo>
                      <ns1:pt x="1618" y="513"/>
                      <ns1:pt x="1632" y="476"/>
                      <ns1:pt x="1662" y="448"/>
                    </ns1:cubicBezTo>
                    <ns1:cubicBezTo>
                      <ns1:pt x="1692" y="419"/>
                      <ns1:pt x="1743" y="404"/>
                      <ns1:pt x="1817" y="397"/>
                    </ns1:cubicBezTo>
                    <ns1:cubicBezTo>
                      <ns1:pt x="1881" y="391"/>
                      <ns1:pt x="1923" y="386"/>
                      <ns1:pt x="1942" y="377"/>
                    </ns1:cubicBezTo>
                    <ns1:cubicBezTo>
                      <ns1:pt x="1948" y="360"/>
                      <ns1:pt x="1951" y="344"/>
                      <ns1:pt x="1951" y="333"/>
                    </ns1:cubicBezTo>
                    <ns1:cubicBezTo>
                      <ns1:pt x="1951" y="319"/>
                      <ns1:pt x="1946" y="307"/>
                      <ns1:pt x="1934" y="298"/>
                    </ns1:cubicBezTo>
                    <ns1:cubicBezTo>
                      <ns1:pt x="1923" y="289"/>
                      <ns1:pt x="1905" y="284"/>
                      <ns1:pt x="1882" y="284"/>
                    </ns1:cubicBezTo>
                    <ns1:cubicBezTo>
                      <ns1:pt x="1860" y="284"/>
                      <ns1:pt x="1840" y="289"/>
                      <ns1:pt x="1826" y="298"/>
                    </ns1:cubicBezTo>
                    <ns1:cubicBezTo>
                      <ns1:pt x="1814" y="307"/>
                      <ns1:pt x="1805" y="321"/>
                      <ns1:pt x="1800" y="338"/>
                    </ns1:cubicBezTo>
                    <ns1:close/>
                    <ns1:moveTo>
                      <ns1:pt x="1925" y="460"/>
                    </ns1:moveTo>
                    <ns1:cubicBezTo>
                      <ns1:pt x="1916" y="462"/>
                      <ns1:pt x="1905" y="464"/>
                      <ns1:pt x="1893" y="467"/>
                    </ns1:cubicBezTo>
                    <ns1:cubicBezTo>
                      <ns1:pt x="1826" y="474"/>
                      <ns1:pt x="1784" y="486"/>
                      <ns1:pt x="1763" y="502"/>
                    </ns1:cubicBezTo>
                    <ns1:cubicBezTo>
                      <ns1:pt x="1748" y="513"/>
                      <ns1:pt x="1741" y="529"/>
                      <ns1:pt x="1741" y="546"/>
                    </ns1:cubicBezTo>
                    <ns1:cubicBezTo>
                      <ns1:pt x="1741" y="562"/>
                      <ns1:pt x="1747" y="574"/>
                      <ns1:pt x="1757" y="585"/>
                    </ns1:cubicBezTo>
                    <ns1:cubicBezTo>
                      <ns1:pt x="1768" y="595"/>
                      <ns1:pt x="1784" y="600"/>
                      <ns1:pt x="1801" y="600"/>
                    </ns1:cubicBezTo>
                    <ns1:cubicBezTo>
                      <ns1:pt x="1821" y="600"/>
                      <ns1:pt x="1840" y="595"/>
                      <ns1:pt x="1858" y="587"/>
                    </ns1:cubicBezTo>
                    <ns1:cubicBezTo>
                      <ns1:pt x="1875" y="576"/>
                      <ns1:pt x="1890" y="564"/>
                      <ns1:pt x="1897" y="550"/>
                    </ns1:cubicBezTo>
                    <ns1:cubicBezTo>
                      <ns1:pt x="1905" y="534"/>
                      <ns1:pt x="1912" y="511"/>
                      <ns1:pt x="1919" y="479"/>
                    </ns1:cubicBezTo>
                    <ns1:lnTo>
                      <ns1:pt x="1925" y="460"/>
                    </ns1:lnTo>
                    <ns1:close/>
                    <ns1:moveTo>
                      <ns1:pt x="2200" y="199"/>
                    </ns1:moveTo>
                    <ns1:lnTo>
                      <ns1:pt x="2325" y="199"/>
                    </ns1:lnTo>
                    <ns1:lnTo>
                      <ns1:pt x="2311" y="263"/>
                    </ns1:lnTo>
                    <ns1:cubicBezTo>
                      <ns1:pt x="2343" y="236"/>
                      <ns1:pt x="2371" y="217"/>
                      <ns1:pt x="2399" y="204"/>
                    </ns1:cubicBezTo>
                    <ns1:cubicBezTo>
                      <ns1:pt x="2427" y="194"/>
                      <ns1:pt x="2455" y="187"/>
                      <ns1:pt x="2485" y="187"/>
                    </ns1:cubicBezTo>
                    <ns1:cubicBezTo>
                      <ns1:pt x="2526" y="187"/>
                      <ns1:pt x="2558" y="199"/>
                      <ns1:pt x="2581" y="222"/>
                    </ns1:cubicBezTo>
                    <ns1:cubicBezTo>
                      <ns1:pt x="2604" y="245"/>
                      <ns1:pt x="2616" y="275"/>
                      <ns1:pt x="2616" y="314"/>
                    </ns1:cubicBezTo>
                    <ns1:cubicBezTo>
                      <ns1:pt x="2616" y="331"/>
                      <ns1:pt x="2611" y="363"/>
                      <ns1:pt x="2600" y="411"/>
                    </ns1:cubicBezTo>
                    <ns1:lnTo>
                      <ns1:pt x="2542" y="686"/>
                    </ns1:lnTo>
                    <ns1:lnTo>
                      <ns1:pt x="2410" y="686"/>
                    </ns1:lnTo>
                    <ns1:lnTo>
                      <ns1:pt x="2468" y="409"/>
                    </ns1:lnTo>
                    <ns1:cubicBezTo>
                      <ns1:pt x="2477" y="367"/>
                      <ns1:pt x="2480" y="342"/>
                      <ns1:pt x="2480" y="335"/>
                    </ns1:cubicBezTo>
                    <ns1:cubicBezTo>
                      <ns1:pt x="2480" y="317"/>
                      <ns1:pt x="2475" y="305"/>
                      <ns1:pt x="2466" y="294"/>
                    </ns1:cubicBezTo>
                    <ns1:cubicBezTo>
                      <ns1:pt x="2455" y="285"/>
                      <ns1:pt x="2441" y="280"/>
                      <ns1:pt x="2424" y="280"/>
                    </ns1:cubicBezTo>
                    <ns1:cubicBezTo>
                      <ns1:pt x="2404" y="280"/>
                      <ns1:pt x="2383" y="289"/>
                      <ns1:pt x="2360" y="305"/>
                    </ns1:cubicBezTo>
                    <ns1:cubicBezTo>
                      <ns1:pt x="2336" y="321"/>
                      <ns1:pt x="2318" y="342"/>
                      <ns1:pt x="2304" y="370"/>
                    </ns1:cubicBezTo>
                    <ns1:cubicBezTo>
                      <ns1:pt x="2293" y="389"/>
                      <ns1:pt x="2283" y="428"/>
                      <ns1:pt x="2270" y="486"/>
                    </ns1:cubicBezTo>
                    <ns1:lnTo>
                      <ns1:pt x="2228" y="686"/>
                    </ns1:lnTo>
                    <ns1:lnTo>
                      <ns1:pt x="2096" y="686"/>
                    </ns1:lnTo>
                    <ns1:lnTo>
                      <ns1:pt x="2200" y="199"/>
                    </ns1:lnTo>
                    <ns1:close/>
                    <ns1:moveTo>
                      <ns1:pt x="2651" y="469"/>
                    </ns1:moveTo>
                    <ns1:lnTo>
                      <ns1:pt x="2783" y="462"/>
                    </ns1:lnTo>
                    <ns1:cubicBezTo>
                      <ns1:pt x="2785" y="504"/>
                      <ns1:pt x="2792" y="532"/>
                      <ns1:pt x="2805" y="546"/>
                    </ns1:cubicBezTo>
                    <ns1:cubicBezTo>
                      <ns1:pt x="2826" y="571"/>
                      <ns1:pt x="2863" y="583"/>
                      <ns1:pt x="2917" y="583"/>
                    </ns1:cubicBezTo>
                    <ns1:cubicBezTo>
                      <ns1:pt x="2963" y="583"/>
                      <ns1:pt x="2995" y="575"/>
                      <ns1:pt x="3016" y="559"/>
                    </ns1:cubicBezTo>
                    <ns1:cubicBezTo>
                      <ns1:pt x="3037" y="543"/>
                      <ns1:pt x="3046" y="522"/>
                      <ns1:pt x="3046" y="499"/>
                    </ns1:cubicBezTo>
                    <ns1:cubicBezTo>
                      <ns1:pt x="3046" y="479"/>
                      <ns1:pt x="3037" y="462"/>
                      <ns1:pt x="3021" y="448"/>
                    </ns1:cubicBezTo>
                    <ns1:cubicBezTo>
                      <ns1:pt x="3009" y="437"/>
                      <ns1:pt x="2977" y="421"/>
                      <ns1:pt x="2924" y="398"/>
                    </ns1:cubicBezTo>
                    <ns1:cubicBezTo>
                      <ns1:pt x="2872" y="375"/>
                      <ns1:pt x="2835" y="356"/>
                      <ns1:pt x="2810" y="342"/>
                    </ns1:cubicBezTo>
                    <ns1:cubicBezTo>
                      <ns1:pt x="2785" y="326"/>
                      <ns1:pt x="2766" y="307"/>
                      <ns1:pt x="2753" y="282"/>
                    </ns1:cubicBezTo>
                    <ns1:cubicBezTo>
                      <ns1:pt x="2739" y="257"/>
                      <ns1:pt x="2732" y="229"/>
                      <ns1:pt x="2732" y="197"/>
                    </ns1:cubicBezTo>
                    <ns1:cubicBezTo>
                      <ns1:pt x="2732" y="141"/>
                      <ns1:pt x="2753" y="93"/>
                      <ns1:pt x="2794" y="56"/>
                    </ns1:cubicBezTo>
                    <ns1:cubicBezTo>
                      <ns1:pt x="2835" y="19"/>
                      <ns1:pt x="2894" y="0"/>
                      <ns1:pt x="2972" y="0"/>
                    </ns1:cubicBezTo>
                    <ns1:cubicBezTo>
                      <ns1:pt x="3051" y="0"/>
                      <ns1:pt x="3113" y="19"/>
                      <ns1:pt x="3155" y="56"/>
                    </ns1:cubicBezTo>
                    <ns1:cubicBezTo>
                      <ns1:pt x="3199" y="93"/>
                      <ns1:pt x="3222" y="143"/>
                      <ns1:pt x="3228" y="204"/>
                    </ns1:cubicBezTo>
                    <ns1:lnTo>
                      <ns1:pt x="3094" y="210"/>
                    </ns1:lnTo>
                    <ns1:cubicBezTo>
                      <ns1:pt x="3090" y="178"/>
                      <ns1:pt x="3078" y="153"/>
                      <ns1:pt x="3058" y="136"/>
                    </ns1:cubicBezTo>
                    <ns1:cubicBezTo>
                      <ns1:pt x="3039" y="118"/>
                      <ns1:pt x="3009" y="109"/>
                      <ns1:pt x="2970" y="109"/>
                    </ns1:cubicBezTo>
                    <ns1:cubicBezTo>
                      <ns1:pt x="2931" y="109"/>
                      <ns1:pt x="2905" y="116"/>
                      <ns1:pt x="2887" y="129"/>
                    </ns1:cubicBezTo>
                    <ns1:cubicBezTo>
                      <ns1:pt x="2872" y="143"/>
                      <ns1:pt x="2863" y="159"/>
                      <ns1:pt x="2863" y="180"/>
                    </ns1:cubicBezTo>
                    <ns1:cubicBezTo>
                      <ns1:pt x="2863" y="199"/>
                      <ns1:pt x="2870" y="215"/>
                      <ns1:pt x="2886" y="227"/>
                    </ns1:cubicBezTo>
                    <ns1:cubicBezTo>
                      <ns1:pt x="2900" y="240"/>
                      <ns1:pt x="2933" y="257"/>
                      <ns1:pt x="2986" y="280"/>
                    </ns1:cubicBezTo>
                    <ns1:cubicBezTo>
                      <ns1:pt x="3064" y="314"/>
                      <ns1:pt x="3113" y="340"/>
                      <ns1:pt x="3134" y="361"/>
                    </ns1:cubicBezTo>
                    <ns1:cubicBezTo>
                      <ns1:pt x="3166" y="391"/>
                      <ns1:pt x="3182" y="432"/>
                      <ns1:pt x="3182" y="479"/>
                    </ns1:cubicBezTo>
                    <ns1:cubicBezTo>
                      <ns1:pt x="3182" y="539"/>
                      <ns1:pt x="3159" y="590"/>
                      <ns1:pt x="3111" y="632"/>
                    </ns1:cubicBezTo>
                    <ns1:cubicBezTo>
                      <ns1:pt x="3064" y="674"/>
                      <ns1:pt x="2998" y="695"/>
                      <ns1:pt x="2914" y="695"/>
                    </ns1:cubicBezTo>
                    <ns1:cubicBezTo>
                      <ns1:pt x="2856" y="695"/>
                      <ns1:pt x="2806" y="685"/>
                      <ns1:pt x="2762" y="667"/>
                    </ns1:cubicBezTo>
                    <ns1:cubicBezTo>
                      <ns1:pt x="2720" y="648"/>
                      <ns1:pt x="2690" y="619"/>
                      <ns1:pt x="2672" y="587"/>
                    </ns1:cubicBezTo>
                    <ns1:cubicBezTo>
                      <ns1:pt x="2658" y="555"/>
                      <ns1:pt x="2651" y="515"/>
                      <ns1:pt x="2651" y="469"/>
                    </ns1:cubicBezTo>
                    <ns1:close/>
                    <ns1:moveTo>
                      <ns1:pt x="3251" y="298"/>
                    </ns1:moveTo>
                    <ns1:lnTo>
                      <ns1:pt x="3270" y="199"/>
                    </ns1:lnTo>
                    <ns1:lnTo>
                      <ns1:pt x="3333" y="199"/>
                    </ns1:lnTo>
                    <ns1:lnTo>
                      <ns1:pt x="3349" y="122"/>
                    </ns1:lnTo>
                    <ns1:lnTo>
                      <ns1:pt x="3501" y="30"/>
                    </ns1:lnTo>
                    <ns1:lnTo>
                      <ns1:pt x="3466" y="199"/>
                    </ns1:lnTo>
                    <ns1:lnTo>
                      <ns1:pt x="3547" y="199"/>
                    </ns1:lnTo>
                    <ns1:lnTo>
                      <ns1:pt x="3526" y="298"/>
                    </ns1:lnTo>
                    <ns1:lnTo>
                      <ns1:pt x="3445" y="298"/>
                    </ns1:lnTo>
                    <ns1:lnTo>
                      <ns1:pt x="3402" y="502"/>
                    </ns1:lnTo>
                    <ns1:cubicBezTo>
                      <ns1:pt x="3395" y="539"/>
                      <ns1:pt x="3390" y="561"/>
                      <ns1:pt x="3390" y="566"/>
                    </ns1:cubicBezTo>
                    <ns1:cubicBezTo>
                      <ns1:pt x="3390" y="576"/>
                      <ns1:pt x="3393" y="583"/>
                      <ns1:pt x="3399" y="590"/>
                    </ns1:cubicBezTo>
                    <ns1:cubicBezTo>
                      <ns1:pt x="3406" y="595"/>
                      <ns1:pt x="3416" y="598"/>
                      <ns1:pt x="3434" y="598"/>
                    </ns1:cubicBezTo>
                    <ns1:cubicBezTo>
                      <ns1:pt x="3439" y="598"/>
                      <ns1:pt x="3455" y="597"/>
                      <ns1:pt x="3478" y="595"/>
                    </ns1:cubicBezTo>
                    <ns1:lnTo>
                      <ns1:pt x="3457" y="693"/>
                    </ns1:lnTo>
                    <ns1:cubicBezTo>
                      <ns1:pt x="3434" y="699"/>
                      <ns1:pt x="3411" y="701"/>
                      <ns1:pt x="3386" y="701"/>
                    </ns1:cubicBezTo>
                    <ns1:cubicBezTo>
                      <ns1:pt x="3341" y="701"/>
                      <ns1:pt x="3305" y="692"/>
                      <ns1:pt x="3284" y="674"/>
                    </ns1:cubicBezTo>
                    <ns1:cubicBezTo>
                      <ns1:pt x="3263" y="656"/>
                      <ns1:pt x="3252" y="632"/>
                      <ns1:pt x="3252" y="600"/>
                    </ns1:cubicBezTo>
                    <ns1:cubicBezTo>
                      <ns1:pt x="3252" y="587"/>
                      <ns1:pt x="3258" y="552"/>
                      <ns1:pt x="3270" y="497"/>
                    </ns1:cubicBezTo>
                    <ns1:lnTo>
                      <ns1:pt x="3311" y="300"/>
                    </ns1:lnTo>
                    <ns1:lnTo>
                      <ns1:pt x="3251" y="300"/>
                    </ns1:lnTo>
                    <ns1:lnTo>
                      <ns1:pt x="3251" y="298"/>
                    </ns1:lnTo>
                    <ns1:close/>
                    <ns1:moveTo>
                      <ns1:pt x="3508" y="485"/>
                    </ns1:moveTo>
                    <ns1:cubicBezTo>
                      <ns1:pt x="3508" y="523"/>
                      <ns1:pt x="3517" y="561"/>
                      <ns1:pt x="3534" y="592"/>
                    </ns1:cubicBezTo>
                    <ns1:cubicBezTo>
                      <ns1:pt x="3552" y="625"/>
                      <ns1:pt x="3579" y="652"/>
                      <ns1:pt x="3614" y="669"/>
                    </ns1:cubicBezTo>
                    <ns1:cubicBezTo>
                      <ns1:pt x="3649" y="687"/>
                      <ns1:pt x="3690" y="697"/>
                      <ns1:pt x="3737" y="697"/>
                    </ns1:cubicBezTo>
                    <ns1:cubicBezTo>
                      <ns1:pt x="3822" y="697"/>
                      <ns1:pt x="3891" y="669"/>
                      <ns1:pt x="3942" y="611"/>
                    </ns1:cubicBezTo>
                    <ns1:cubicBezTo>
                      <ns1:pt x="3993" y="553"/>
                      <ns1:pt x="4018" y="486"/>
                      <ns1:pt x="4018" y="407"/>
                    </ns1:cubicBezTo>
                    <ns1:cubicBezTo>
                      <ns1:pt x="4018" y="340"/>
                      <ns1:pt x="3996" y="285"/>
                      <ns1:pt x="3956" y="247"/>
                    </ns1:cubicBezTo>
                    <ns1:cubicBezTo>
                      <ns1:pt x="3915" y="206"/>
                      <ns1:pt x="3859" y="187"/>
                      <ns1:pt x="3787" y="187"/>
                    </ns1:cubicBezTo>
                    <ns1:cubicBezTo>
                      <ns1:pt x="3704" y="187"/>
                      <ns1:pt x="3637" y="213"/>
                      <ns1:pt x="3584" y="268"/>
                    </ns1:cubicBezTo>
                    <ns1:cubicBezTo>
                      <ns1:pt x="3534" y="322"/>
                      <ns1:pt x="3508" y="395"/>
                      <ns1:pt x="3508" y="485"/>
                    </ns1:cubicBezTo>
                    <ns1:close/>
                    <ns1:moveTo>
                      <ns1:pt x="3885" y="391"/>
                    </ns1:moveTo>
                    <ns1:cubicBezTo>
                      <ns1:pt x="3885" y="455"/>
                      <ns1:pt x="3868" y="508"/>
                      <ns1:pt x="3832" y="552"/>
                    </ns1:cubicBezTo>
                    <ns1:cubicBezTo>
                      <ns1:pt x="3808" y="583"/>
                      <ns1:pt x="3778" y="597"/>
                      <ns1:pt x="3741" y="597"/>
                    </ns1:cubicBezTo>
                    <ns1:cubicBezTo>
                      <ns1:pt x="3713" y="597"/>
                      <ns1:pt x="3688" y="587"/>
                      <ns1:pt x="3668" y="566"/>
                    </ns1:cubicBezTo>
                    <ns1:cubicBezTo>
                      <ns1:pt x="3649" y="546"/>
                      <ns1:pt x="3640" y="518"/>
                      <ns1:pt x="3640" y="483"/>
                    </ns1:cubicBezTo>
                    <ns1:cubicBezTo>
                      <ns1:pt x="3640" y="455"/>
                      <ns1:pt x="3647" y="425"/>
                      <ns1:pt x="3658" y="391"/>
                    </ns1:cubicBezTo>
                    <ns1:cubicBezTo>
                      <ns1:pt x="3670" y="358"/>
                      <ns1:pt x="3688" y="331"/>
                      <ns1:pt x="3709" y="314"/>
                    </ns1:cubicBezTo>
                    <ns1:cubicBezTo>
                      <ns1:pt x="3730" y="296"/>
                      <ns1:pt x="3757" y="287"/>
                      <ns1:pt x="3785" y="287"/>
                    </ns1:cubicBezTo>
                    <ns1:cubicBezTo>
                      <ns1:pt x="3813" y="287"/>
                      <ns1:pt x="3838" y="296"/>
                      <ns1:pt x="3855" y="315"/>
                    </ns1:cubicBezTo>
                    <ns1:cubicBezTo>
                      <ns1:pt x="3877" y="335"/>
                      <ns1:pt x="3885" y="360"/>
                      <ns1:pt x="3885" y="391"/>
                    </ns1:cubicBezTo>
                    <ns1:close/>
                    <ns1:moveTo>
                      <ns1:pt x="4118" y="199"/>
                    </ns1:moveTo>
                    <ns1:lnTo>
                      <ns1:pt x="4241" y="199"/>
                    </ns1:lnTo>
                    <ns1:lnTo>
                      <ns1:pt x="4222" y="294"/>
                    </ns1:lnTo>
                    <ns1:cubicBezTo>
                      <ns1:pt x="4268" y="224"/>
                      <ns1:pt x="4317" y="189"/>
                      <ns1:pt x="4372" y="189"/>
                    </ns1:cubicBezTo>
                    <ns1:cubicBezTo>
                      <ns1:pt x="4391" y="189"/>
                      <ns1:pt x="4411" y="194"/>
                      <ns1:pt x="4434" y="203"/>
                    </ns1:cubicBezTo>
                    <ns1:lnTo>
                      <ns1:pt x="4383" y="310"/>
                    </ns1:lnTo>
                    <ns1:cubicBezTo>
                      <ns1:pt x="4370" y="307"/>
                      <ns1:pt x="4358" y="303"/>
                      <ns1:pt x="4344" y="303"/>
                    </ns1:cubicBezTo>
                    <ns1:cubicBezTo>
                      <ns1:pt x="4321" y="303"/>
                      <ns1:pt x="4298" y="312"/>
                      <ns1:pt x="4275" y="330"/>
                    </ns1:cubicBezTo>
                    <ns1:cubicBezTo>
                      <ns1:pt x="4252" y="347"/>
                      <ns1:pt x="4233" y="370"/>
                      <ns1:pt x="4220" y="398"/>
                    </ns1:cubicBezTo>
                    <ns1:cubicBezTo>
                      <ns1:pt x="4206" y="427"/>
                      <ns1:pt x="4194" y="472"/>
                      <ns1:pt x="4182" y="534"/>
                    </ns1:cubicBezTo>
                    <ns1:lnTo>
                      <ns1:pt x="4150" y="686"/>
                    </ns1:lnTo>
                    <ns1:lnTo>
                      <ns1:pt x="4018" y="686"/>
                    </ns1:lnTo>
                    <ns1:lnTo>
                      <ns1:pt x="4118" y="199"/>
                    </ns1:lnTo>
                    <ns1:close/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</ns0:grpSp>
      <ns0:grpSp>
        <ns0:nvGrpSpPr>
          <ns0:cNvPr id="140" name="组合 139">
            <ns1:extLst>
              <ns1:ext uri="{FF2B5EF4-FFF2-40B4-BE49-F238E27FC236}">
                <ns2:creationId id="{42E7B502-1677-46EE-A320-DFC0756C3B95}"/>
              </ns1:ext>
            </ns1:extLst>
          </ns0:cNvPr>
          <ns0:cNvGrpSpPr/>
          <ns0:nvPr/>
        </ns0:nvGrpSpPr>
        <ns0:grpSpPr>
          <ns1:xfrm>
            <ns1:off x="2541893" y="5769979"/>
            <ns1:ext cx="1009240" cy="386719"/>
            <ns1:chOff x="4712798" y="5080570"/>
            <ns1:chExt cx="1009240" cy="386719"/>
          </ns1:xfrm>
        </ns0:grpSpPr>
        <ns0:sp>
          <ns0:nvSpPr>
            <ns0:cNvPr id="141" name="任意多边形 3587">
              <ns1:extLst>
                <ns1:ext uri="{FF2B5EF4-FFF2-40B4-BE49-F238E27FC236}">
                  <ns2:creationId id="{1417BF15-CF80-42B7-8104-ECACE75542C9}"/>
                </ns1:ext>
              </ns1:extLst>
            </ns0:cNvPr>
            <ns0:cNvSpPr/>
            <ns0:nvPr/>
          </ns0:nvSpPr>
          <ns0:spPr>
            <ns1:xfrm>
              <ns1:off x="4712798" y="5080570"/>
              <ns1:ext cx="1009240" cy="386719"/>
            </ns1:xfrm>
            <ns1:custGeom>
              <ns1:avLst/>
              <ns1:gdLst/>
              <ns1:ahLst/>
              <ns1:cxnLst>
                <ns1:cxn ang="0">
                  <ns1:pos x="847153" y="70716"/>
                </ns1:cxn>
                <ns1:cxn ang="0">
                  <ns1:pos x="846793" y="69994"/>
                </ns1:cxn>
                <ns1:cxn ang="0">
                  <ns1:pos x="848952" y="70716"/>
                </ns1:cxn>
                <ns1:cxn ang="0">
                  <ns1:pos x="745307" y="44378"/>
                </ns1:cxn>
                <ns1:cxn ang="0">
                  <ns1:pos x="222405" y="0"/>
                </ns1:cxn>
                <ns1:cxn ang="0">
                  <ns1:pos x="35268" y="44378"/>
                </ns1:cxn>
                <ns1:cxn ang="0">
                  <ns1:pos x="0" y="69634"/>
                </ns1:cxn>
                <ns1:cxn ang="0">
                  <ns1:pos x="505269" y="299100"/>
                </ns1:cxn>
                <ns1:cxn ang="0">
                  <ns1:pos x="576884" y="287554"/>
                </ns1:cxn>
                <ns1:cxn ang="0">
                  <ns1:pos x="504549" y="277452"/>
                </ns1:cxn>
                <ns1:cxn ang="0">
                  <ns1:pos x="80613" y="241373"/>
                </ns1:cxn>
                <ns1:cxn ang="0">
                  <ns1:pos x="766180" y="241733"/>
                </ns1:cxn>
                <ns1:cxn ang="0">
                  <ns1:pos x="687727" y="277813"/>
                </ns1:cxn>
                <ns1:cxn ang="0">
                  <ns1:pos x="615391" y="287915"/>
                </ns1:cxn>
                <ns1:cxn ang="0">
                  <ns1:pos x="687007" y="299821"/>
                </ns1:cxn>
                <ns1:cxn ang="0">
                  <ns1:pos x="846793" y="70355"/>
                </ns1:cxn>
                <ns1:cxn ang="0">
                  <ns1:pos x="781655" y="96333"/>
                </ns1:cxn>
                <ns1:cxn ang="0">
                  <ns1:pos x="827719" y="166688"/>
                </ns1:cxn>
                <ns1:cxn ang="0">
                  <ns1:pos x="781655" y="96333"/>
                </ns1:cxn>
                <ns1:cxn ang="0">
                  <ns1:pos x="646341" y="15153"/>
                </ns1:cxn>
                <ns1:cxn ang="0">
                  <ns1:pos x="166264" y="44739"/>
                </ns1:cxn>
                <ns1:cxn ang="0">
                  <ns1:pos x="40666" y="58449"/>
                </ns1:cxn>
                <ns1:cxn ang="0">
                  <ns1:pos x="126317" y="58810"/>
                </ns1:cxn>
                <ns1:cxn ang="0">
                  <ns1:pos x="743148" y="58449"/>
                </ns1:cxn>
                <ns1:cxn ang="0">
                  <ns1:pos x="744947" y="58449"/>
                </ns1:cxn>
                <ns1:cxn ang="0">
                  <ns1:pos x="824840" y="69994"/>
                </ns1:cxn>
                <ns1:cxn ang="0">
                  <ns1:pos x="40666" y="58449"/>
                </ns1:cxn>
                <ns1:cxn ang="0">
                  <ns1:pos x="68737" y="120506"/>
                </ns1:cxn>
                <ns1:cxn ang="0">
                  <ns1:pos x="22672" y="193026"/>
                </ns1:cxn>
                <ns1:cxn ang="0">
                  <ns1:pos x="22672" y="198077"/>
                </ns1:cxn>
                <ns1:cxn ang="0">
                  <ns1:pos x="68737" y="239569"/>
                </ns1:cxn>
                <ns1:cxn ang="0">
                  <ns1:pos x="22672" y="198077"/>
                </ns1:cxn>
                <ns1:cxn ang="0">
                  <ns1:pos x="22672" y="115094"/>
                </ns1:cxn>
                <ns1:cxn ang="0">
                  <ns1:pos x="68737" y="90921"/>
                </ns1:cxn>
                <ns1:cxn ang="0">
                  <ns1:pos x="22672" y="277813"/>
                </ns1:cxn>
                <ns1:cxn ang="0">
                  <ns1:pos x="68737" y="244620"/>
                </ns1:cxn>
                <ns1:cxn ang="0">
                  <ns1:pos x="22672" y="277813"/>
                </ns1:cxn>
                <ns1:cxn ang="0">
                  <ns1:pos x="82772" y="220446"/>
                </ns1:cxn>
                <ns1:cxn ang="0">
                  <ns1:pos x="767620" y="91281"/>
                </ns1:cxn>
                <ns1:cxn ang="0">
                  <ns1:pos x="434013" y="190861"/>
                </ns1:cxn>
                <ns1:cxn ang="0">
                  <ns1:pos x="781655" y="173904"/>
                </ns1:cxn>
                <ns1:cxn ang="0">
                  <ns1:pos x="827719" y="277813"/>
                </ns1:cxn>
              </ns1:cxnLst>
              <ns1:rect l="0" t="0" r="0" b="0"/>
              <ns1:pathLst>
                <ns1:path w="2360" h="902">
                  <ns1:moveTo>
                    <ns1:pt x="2359" y="196"/>
                  </ns1:moveTo>
                  <ns1:lnTo>
                    <ns1:pt x="2354" y="196"/>
                  </ns1:lnTo>
                  <ns1:lnTo>
                    <ns1:pt x="2353" y="195"/>
                  </ns1:lnTo>
                  <ns1:lnTo>
                    <ns1:pt x="2353" y="194"/>
                  </ns1:lnTo>
                  <ns1:lnTo>
                    <ns1:pt x="2359" y="194"/>
                  </ns1:lnTo>
                  <ns1:lnTo>
                    <ns1:pt x="2359" y="196"/>
                  </ns1:lnTo>
                  <ns1:close/>
                  <ns1:moveTo>
                    <ns1:pt x="2258" y="123"/>
                  </ns1:moveTo>
                  <ns1:lnTo>
                    <ns1:pt x="2071" y="123"/>
                  </ns1:lnTo>
                  <ns1:lnTo>
                    <ns1:pt x="1822" y="1"/>
                  </ns1:lnTo>
                  <ns1:lnTo>
                    <ns1:pt x="618" y="0"/>
                  </ns1:lnTo>
                  <ns1:lnTo>
                    <ns1:pt x="345" y="123"/>
                  </ns1:lnTo>
                  <ns1:lnTo>
                    <ns1:pt x="98" y="123"/>
                  </ns1:lnTo>
                  <ns1:lnTo>
                    <ns1:pt x="1" y="193"/>
                  </ns1:lnTo>
                  <ns1:lnTo>
                    <ns1:pt x="0" y="193"/>
                  </ns1:lnTo>
                  <ns1:lnTo>
                    <ns1:pt x="0" y="829"/>
                  </ns1:lnTo>
                  <ns1:lnTo>
                    <ns1:pt x="1404" y="829"/>
                  </ns1:lnTo>
                  <ns1:cubicBezTo>
                    <ns1:pt x="1418" y="870"/>
                    <ns1:pt x="1455" y="899"/>
                    <ns1:pt x="1500" y="899"/>
                  </ns1:cubicBezTo>
                  <ns1:cubicBezTo>
                    <ns1:pt x="1558" y="899"/>
                    <ns1:pt x="1603" y="854"/>
                    <ns1:pt x="1603" y="797"/>
                  </ns1:cubicBezTo>
                  <ns1:cubicBezTo>
                    <ns1:pt x="1603" y="739"/>
                    <ns1:pt x="1558" y="694"/>
                    <ns1:pt x="1500" y="694"/>
                  </ns1:cubicBezTo>
                  <ns1:cubicBezTo>
                    <ns1:pt x="1453" y="694"/>
                    <ns1:pt x="1414" y="725"/>
                    <ns1:pt x="1402" y="769"/>
                  </ns1:cubicBezTo>
                  <ns1:lnTo>
                    <ns1:pt x="224" y="769"/>
                  </ns1:lnTo>
                  <ns1:lnTo>
                    <ns1:pt x="224" y="669"/>
                  </ns1:lnTo>
                  <ns1:cubicBezTo>
                    <ns1:pt x="347" y="647"/>
                    <ns1:pt x="571" y="586"/>
                    <ns1:pt x="1200" y="586"/>
                  </ns1:cubicBezTo>
                  <ns1:cubicBezTo>
                    <ns1:pt x="1846" y="586"/>
                    <ns1:pt x="2032" y="647"/>
                    <ns1:pt x="2129" y="670"/>
                  </ns1:cubicBezTo>
                  <ns1:lnTo>
                    <ns1:pt x="2129" y="770"/>
                  </ns1:lnTo>
                  <ns1:lnTo>
                    <ns1:pt x="1911" y="770"/>
                  </ns1:lnTo>
                  <ns1:cubicBezTo>
                    <ns1:pt x="1898" y="726"/>
                    <ns1:pt x="1860" y="695"/>
                    <ns1:pt x="1813" y="695"/>
                  </ns1:cubicBezTo>
                  <ns1:cubicBezTo>
                    <ns1:pt x="1755" y="695"/>
                    <ns1:pt x="1710" y="740"/>
                    <ns1:pt x="1710" y="798"/>
                  </ns1:cubicBezTo>
                  <ns1:cubicBezTo>
                    <ns1:pt x="1710" y="856"/>
                    <ns1:pt x="1755" y="901"/>
                    <ns1:pt x="1813" y="901"/>
                  </ns1:cubicBezTo>
                  <ns1:cubicBezTo>
                    <ns1:pt x="1858" y="901"/>
                    <ns1:pt x="1897" y="871"/>
                    <ns1:pt x="1909" y="831"/>
                  </ns1:cubicBezTo>
                  <ns1:lnTo>
                    <ns1:pt x="2353" y="831"/>
                  </ns1:lnTo>
                  <ns1:lnTo>
                    <ns1:pt x="2353" y="195"/>
                  </ns1:lnTo>
                  <ns1:lnTo>
                    <ns1:pt x="2258" y="123"/>
                  </ns1:lnTo>
                  <ns1:close/>
                  <ns1:moveTo>
                    <ns1:pt x="2172" y="267"/>
                  </ns1:moveTo>
                  <ns1:lnTo>
                    <ns1:pt x="2300" y="267"/>
                  </ns1:lnTo>
                  <ns1:lnTo>
                    <ns1:pt x="2300" y="462"/>
                  </ns1:lnTo>
                  <ns1:lnTo>
                    <ns1:pt x="2172" y="462"/>
                  </ns1:lnTo>
                  <ns1:lnTo>
                    <ns1:pt x="2172" y="267"/>
                  </ns1:lnTo>
                  <ns1:close/>
                  <ns1:moveTo>
                    <ns1:pt x="647" y="40"/>
                  </ns1:moveTo>
                  <ns1:lnTo>
                    <ns1:pt x="1796" y="42"/>
                  </ns1:lnTo>
                  <ns1:lnTo>
                    <ns1:pt x="1964" y="124"/>
                  </ns1:lnTo>
                  <ns1:lnTo>
                    <ns1:pt x="462" y="124"/>
                  </ns1:lnTo>
                  <ns1:lnTo>
                    <ns1:pt x="647" y="40"/>
                  </ns1:lnTo>
                  <ns1:close/>
                  <ns1:moveTo>
                    <ns1:pt x="113" y="162"/>
                  </ns1:moveTo>
                  <ns1:lnTo>
                    <ns1:pt x="351" y="162"/>
                  </ns1:lnTo>
                  <ns1:lnTo>
                    <ns1:pt x="351" y="163"/>
                  </ns1:lnTo>
                  <ns1:lnTo>
                    <ns1:pt x="356" y="162"/>
                  </ns1:lnTo>
                  <ns1:lnTo>
                    <ns1:pt x="2065" y="162"/>
                  </ns1:lnTo>
                  <ns1:lnTo>
                    <ns1:pt x="2070" y="163"/>
                  </ns1:lnTo>
                  <ns1:lnTo>
                    <ns1:pt x="2070" y="162"/>
                  </ns1:lnTo>
                  <ns1:lnTo>
                    <ns1:pt x="2249" y="162"/>
                  </ns1:lnTo>
                  <ns1:lnTo>
                    <ns1:pt x="2292" y="194"/>
                  </ns1:lnTo>
                  <ns1:lnTo>
                    <ns1:pt x="71" y="194"/>
                  </ns1:lnTo>
                  <ns1:lnTo>
                    <ns1:pt x="113" y="162"/>
                  </ns1:lnTo>
                  <ns1:close/>
                  <ns1:moveTo>
                    <ns1:pt x="63" y="334"/>
                  </ns1:moveTo>
                  <ns1:lnTo>
                    <ns1:pt x="191" y="334"/>
                  </ns1:lnTo>
                  <ns1:lnTo>
                    <ns1:pt x="191" y="535"/>
                  </ns1:lnTo>
                  <ns1:lnTo>
                    <ns1:pt x="63" y="535"/>
                  </ns1:lnTo>
                  <ns1:lnTo>
                    <ns1:pt x="63" y="334"/>
                  </ns1:lnTo>
                  <ns1:close/>
                  <ns1:moveTo>
                    <ns1:pt x="63" y="549"/>
                  </ns1:moveTo>
                  <ns1:lnTo>
                    <ns1:pt x="191" y="549"/>
                  </ns1:lnTo>
                  <ns1:lnTo>
                    <ns1:pt x="191" y="664"/>
                  </ns1:lnTo>
                  <ns1:lnTo>
                    <ns1:pt x="63" y="664"/>
                  </ns1:lnTo>
                  <ns1:lnTo>
                    <ns1:pt x="63" y="549"/>
                  </ns1:lnTo>
                  <ns1:close/>
                  <ns1:moveTo>
                    <ns1:pt x="191" y="319"/>
                  </ns1:moveTo>
                  <ns1:lnTo>
                    <ns1:pt x="63" y="319"/>
                  </ns1:lnTo>
                  <ns1:lnTo>
                    <ns1:pt x="63" y="252"/>
                  </ns1:lnTo>
                  <ns1:lnTo>
                    <ns1:pt x="191" y="252"/>
                  </ns1:lnTo>
                  <ns1:lnTo>
                    <ns1:pt x="191" y="319"/>
                  </ns1:lnTo>
                  <ns1:close/>
                  <ns1:moveTo>
                    <ns1:pt x="63" y="770"/>
                  </ns1:moveTo>
                  <ns1:lnTo>
                    <ns1:pt x="63" y="678"/>
                  </ns1:lnTo>
                  <ns1:lnTo>
                    <ns1:pt x="191" y="678"/>
                  </ns1:lnTo>
                  <ns1:lnTo>
                    <ns1:pt x="191" y="770"/>
                  </ns1:lnTo>
                  <ns1:lnTo>
                    <ns1:pt x="63" y="770"/>
                  </ns1:lnTo>
                  <ns1:close/>
                  <ns1:moveTo>
                    <ns1:pt x="1206" y="529"/>
                  </ns1:moveTo>
                  <ns1:cubicBezTo>
                    <ns1:pt x="588" y="530"/>
                    <ns1:pt x="368" y="582"/>
                    <ns1:pt x="230" y="611"/>
                  </ns1:cubicBezTo>
                  <ns1:lnTo>
                    <ns1:pt x="230" y="253"/>
                  </ns1:lnTo>
                  <ns1:lnTo>
                    <ns1:pt x="2133" y="253"/>
                  </ns1:lnTo>
                  <ns1:lnTo>
                    <ns1:pt x="2133" y="611"/>
                  </ns1:lnTo>
                  <ns1:cubicBezTo>
                    <ns1:pt x="2035" y="574"/>
                    <ns1:pt x="1850" y="527"/>
                    <ns1:pt x="1206" y="529"/>
                  </ns1:cubicBezTo>
                  <ns1:close/>
                  <ns1:moveTo>
                    <ns1:pt x="2172" y="770"/>
                  </ns1:moveTo>
                  <ns1:lnTo>
                    <ns1:pt x="2172" y="482"/>
                  </ns1:lnTo>
                  <ns1:lnTo>
                    <ns1:pt x="2300" y="482"/>
                  </ns1:lnTo>
                  <ns1:lnTo>
                    <ns1:pt x="2300" y="770"/>
                  </ns1:lnTo>
                  <ns1:lnTo>
                    <ns1:pt x="2172" y="770"/>
                  </ns1:lnTo>
                  <ns1:close/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2" name="任意多边形 3595">
              <ns1:extLst>
                <ns1:ext uri="{FF2B5EF4-FFF2-40B4-BE49-F238E27FC236}">
                  <ns2:creationId id="{C1D60E9B-140C-48B3-9EC4-2644CC4C659B}"/>
                </ns1:ext>
              </ns1:extLst>
            </ns0:cNvPr>
            <ns0:cNvSpPr/>
            <ns0:nvPr/>
          </ns0:nvSpPr>
          <ns0:spPr>
            <ns1:xfrm>
              <ns1:off x="5654128" y="5220166"/>
              <ns1:ext cx="33956" cy="33956"/>
            </ns1:xfrm>
            <ns1:custGeom>
              <ns1:avLst/>
              <ns1:gdLst/>
              <ns1:ahLst/>
              <ns1:cxnLst>
                <ns1:cxn ang="0">
                  <ns1:pos x="28202" y="13935"/>
                </ns1:cxn>
                <ns1:cxn ang="0">
                  <ns1:pos x="26395" y="21269"/>
                </ns1:cxn>
                <ns1:cxn ang="0">
                  <ns1:pos x="20971" y="26403"/>
                </ns1:cxn>
                <ns1:cxn ang="0">
                  <ns1:pos x="14101" y="28236"/>
                </ns1:cxn>
                <ns1:cxn ang="0">
                  <ns1:pos x="6870" y="26403"/>
                </ns1:cxn>
                <ns1:cxn ang="0">
                  <ns1:pos x="1808" y="21269"/>
                </ns1:cxn>
                <ns1:cxn ang="0">
                  <ns1:pos x="0" y="13935"/>
                </ns1:cxn>
                <ns1:cxn ang="0">
                  <ns1:pos x="1808" y="6967"/>
                </ns1:cxn>
                <ns1:cxn ang="0">
                  <ns1:pos x="6870" y="1834"/>
                </ns1:cxn>
                <ns1:cxn ang="0">
                  <ns1:pos x="14101" y="0"/>
                </ns1:cxn>
                <ns1:cxn ang="0">
                  <ns1:pos x="20971" y="1834"/>
                </ns1:cxn>
                <ns1:cxn ang="0">
                  <ns1:pos x="26395" y="6967"/>
                </ns1:cxn>
                <ns1:cxn ang="0">
                  <ns1:pos x="28202" y="13935"/>
                </ns1:cxn>
              </ns1:cxnLst>
              <ns1:rect l="0" t="0" r="0" b="0"/>
              <ns1:pathLst>
                <ns1:path w="79" h="78">
                  <ns1:moveTo>
                    <ns1:pt x="78" y="38"/>
                  </ns1:moveTo>
                  <ns1:cubicBezTo>
                    <ns1:pt x="78" y="46"/>
                    <ns1:pt x="76" y="52"/>
                    <ns1:pt x="73" y="58"/>
                  </ns1:cubicBezTo>
                  <ns1:cubicBezTo>
                    <ns1:pt x="69" y="64"/>
                    <ns1:pt x="64" y="68"/>
                    <ns1:pt x="58" y="72"/>
                  </ns1:cubicBezTo>
                  <ns1:cubicBezTo>
                    <ns1:pt x="51" y="75"/>
                    <ns1:pt x="46" y="77"/>
                    <ns1:pt x="39" y="77"/>
                  </ns1:cubicBezTo>
                  <ns1:cubicBezTo>
                    <ns1:pt x="32" y="77"/>
                    <ns1:pt x="25" y="75"/>
                    <ns1:pt x="19" y="72"/>
                  </ns1:cubicBezTo>
                  <ns1:cubicBezTo>
                    <ns1:pt x="12" y="68"/>
                    <ns1:pt x="8" y="64"/>
                    <ns1:pt x="5" y="58"/>
                  </ns1:cubicBezTo>
                  <ns1:cubicBezTo>
                    <ns1:pt x="1" y="52"/>
                    <ns1:pt x="0" y="45"/>
                    <ns1:pt x="0" y="38"/>
                  </ns1:cubicBezTo>
                  <ns1:cubicBezTo>
                    <ns1:pt x="0" y="30"/>
                    <ns1:pt x="1" y="25"/>
                    <ns1:pt x="5" y="19"/>
                  </ns1:cubicBezTo>
                  <ns1:cubicBezTo>
                    <ns1:pt x="8" y="13"/>
                    <ns1:pt x="12" y="8"/>
                    <ns1:pt x="19" y="5"/>
                  </ns1:cubicBezTo>
                  <ns1:cubicBezTo>
                    <ns1:pt x="25" y="1"/>
                    <ns1:pt x="32" y="0"/>
                    <ns1:pt x="39" y="0"/>
                  </ns1:cubicBezTo>
                  <ns1:cubicBezTo>
                    <ns1:pt x="46" y="0"/>
                    <ns1:pt x="51" y="1"/>
                    <ns1:pt x="58" y="5"/>
                  </ns1:cubicBezTo>
                  <ns1:cubicBezTo>
                    <ns1:pt x="64" y="8"/>
                    <ns1:pt x="69" y="13"/>
                    <ns1:pt x="73" y="19"/>
                  </ns1:cubicBezTo>
                  <ns1:cubicBezTo>
                    <ns1:pt x="76" y="25"/>
                    <ns1:pt x="78" y="31"/>
                    <ns1:pt x="78" y="38"/>
                  </ns1:cubicBezTo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3" name="任意多边形 3792">
              <ns1:extLst>
                <ns1:ext uri="{FF2B5EF4-FFF2-40B4-BE49-F238E27FC236}">
                  <ns2:creationId id="{5007556A-B961-4E6F-A716-C45E728B0713}"/>
                </ns1:ext>
              </ns1:extLst>
            </ns0:cNvPr>
            <ns0:cNvSpPr/>
            <ns0:nvPr/>
          </ns0:nvSpPr>
          <ns0:spPr>
            <ns1:xfrm>
              <ns1:off x="5165543" y="5282419"/>
              <ns1:ext cx="16977" cy="18864"/>
            </ns1:xfrm>
            <ns1:custGeom>
              <ns1:avLst/>
              <ns1:gdLst/>
              <ns1:ahLst/>
              <ns1:cxnLst>
                <ns1:cxn ang="0">
                  <ns1:pos x="10108" y="6282"/>
                </ns1:cxn>
                <ns1:cxn ang="0">
                  <ns1:pos x="2995" y="6282"/>
                </ns1:cxn>
                <ns1:cxn ang="0">
                  <ns1:pos x="2995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2995" y="15521"/>
                </ns1:cxn>
                <ns1:cxn ang="0">
                  <ns1:pos x="2995" y="9239"/>
                </ns1:cxn>
                <ns1:cxn ang="0">
                  <ns1:pos x="10108" y="9239"/>
                </ns1:cxn>
                <ns1:cxn ang="0">
                  <ns1:pos x="10108" y="15521"/>
                </ns1:cxn>
                <ns1:cxn ang="0">
                  <ns1:pos x="14226" y="15521"/>
                </ns1:cxn>
                <ns1:cxn ang="0">
                  <ns1:pos x="14226" y="0"/>
                </ns1:cxn>
                <ns1:cxn ang="0">
                  <ns1:pos x="10108" y="0"/>
                </ns1:cxn>
                <ns1:cxn ang="0">
                  <ns1:pos x="10108" y="6282"/>
                </ns1:cxn>
              </ns1:cxnLst>
              <ns1:rect l="0" t="0" r="0" b="0"/>
              <ns1:pathLst>
                <ns1:path w="39" h="43">
                  <ns1:moveTo>
                    <ns1:pt x="27" y="17"/>
                  </ns1:moveTo>
                  <ns1:lnTo>
                    <ns1:pt x="8" y="17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8" y="42"/>
                  </ns1:lnTo>
                  <ns1:lnTo>
                    <ns1:pt x="8" y="25"/>
                  </ns1:lnTo>
                  <ns1:lnTo>
                    <ns1:pt x="27" y="25"/>
                  </ns1:lnTo>
                  <ns1:lnTo>
                    <ns1:pt x="27" y="42"/>
                  </ns1:lnTo>
                  <ns1:lnTo>
                    <ns1:pt x="38" y="42"/>
                  </ns1:lnTo>
                  <ns1:lnTo>
                    <ns1:pt x="38" y="0"/>
                  </ns1:lnTo>
                  <ns1:lnTo>
                    <ns1:pt x="27" y="0"/>
                  </ns1:lnTo>
                  <ns1:lnTo>
                    <ns1:pt x="27" y="17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4" name="任意多边形 3793">
              <ns1:extLst>
                <ns1:ext uri="{FF2B5EF4-FFF2-40B4-BE49-F238E27FC236}">
                  <ns2:creationId id="{FA2D0ED9-897B-42AA-A78F-24C45A94E174}"/>
                </ns1:ext>
              </ns1:extLst>
            </ns0:cNvPr>
            <ns0:cNvSpPr/>
            <ns0:nvPr/>
          </ns0:nvSpPr>
          <ns0:spPr>
            <ns1:xfrm>
              <ns1:off x="5186292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9793" y="8828"/>
                </ns1:cxn>
                <ns1:cxn ang="0">
                  <ns1:pos x="6166" y="12007"/>
                </ns1:cxn>
                <ns1:cxn ang="0">
                  <ns1:pos x="2902" y="7769"/>
                </ns1:cxn>
                <ns1:cxn ang="0">
                  <ns1:pos x="2902" y="0"/>
                </ns1:cxn>
                <ns1:cxn ang="0">
                  <ns1:pos x="0" y="0"/>
                </ns1:cxn>
                <ns1:cxn ang="0">
                  <ns1:pos x="0" y="8475"/>
                </ns1:cxn>
                <ns1:cxn ang="0">
                  <ns1:pos x="6166" y="15538"/>
                </ns1:cxn>
                <ns1:cxn ang="0">
                  <ns1:pos x="12332" y="8475"/>
                </ns1:cxn>
                <ns1:cxn ang="0">
                  <ns1:pos x="12332" y="0"/>
                </ns1:cxn>
                <ns1:cxn ang="0">
                  <ns1:pos x="9793" y="0"/>
                </ns1:cxn>
                <ns1:cxn ang="0">
                  <ns1:pos x="9793" y="8828"/>
                </ns1:cxn>
              </ns1:cxnLst>
              <ns1:rect l="0" t="0" r="0" b="0"/>
              <ns1:pathLst>
                <ns1:path w="35" h="45">
                  <ns1:moveTo>
                    <ns1:pt x="27" y="25"/>
                  </ns1:moveTo>
                  <ns1:cubicBezTo>
                    <ns1:pt x="27" y="33"/>
                    <ns1:pt x="21" y="34"/>
                    <ns1:pt x="17" y="34"/>
                  </ns1:cubicBezTo>
                  <ns1:cubicBezTo>
                    <ns1:pt x="12" y="34"/>
                    <ns1:pt x="8" y="30"/>
                    <ns1:pt x="8" y="22"/>
                  </ns1:cubicBezTo>
                  <ns1:lnTo>
                    <ns1:pt x="8" y="0"/>
                  </ns1:lnTo>
                  <ns1:lnTo>
                    <ns1:pt x="0" y="0"/>
                  </ns1:lnTo>
                  <ns1:lnTo>
                    <ns1:pt x="0" y="24"/>
                  </ns1:lnTo>
                  <ns1:cubicBezTo>
                    <ns1:pt x="0" y="36"/>
                    <ns1:pt x="6" y="44"/>
                    <ns1:pt x="17" y="44"/>
                  </ns1:cubicBezTo>
                  <ns1:cubicBezTo>
                    <ns1:pt x="30" y="44"/>
                    <ns1:pt x="34" y="36"/>
                    <ns1:pt x="34" y="24"/>
                  </ns1:cubicBezTo>
                  <ns1:lnTo>
                    <ns1:pt x="34" y="0"/>
                  </ns1:lnTo>
                  <ns1:lnTo>
                    <ns1:pt x="27" y="0"/>
                  </ns1:lnTo>
                  <ns1:lnTo>
                    <ns1:pt x="27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5" name="任意多边形 3794">
              <ns1:extLst>
                <ns1:ext uri="{FF2B5EF4-FFF2-40B4-BE49-F238E27FC236}">
                  <ns2:creationId id="{19A57C8F-36BE-4CBB-BA4E-12CD57AE1820}"/>
                </ns1:ext>
              </ns1:extLst>
            </ns0:cNvPr>
            <ns0:cNvSpPr/>
            <ns0:nvPr/>
          </ns0:nvSpPr>
          <ns0:spPr>
            <ns1:xfrm>
              <ns1:off x="5220250" y="5282419"/>
              <ns1:ext cx="28297" cy="18864"/>
            </ns1:xfrm>
            <ns1:custGeom>
              <ns1:avLst/>
              <ns1:gdLst/>
              <ns1:ahLst/>
              <ns1:cxnLst>
                <ns1:cxn ang="0">
                  <ns1:pos x="16260" y="10348"/>
                </ns1:cxn>
                <ns1:cxn ang="0">
                  <ns1:pos x="13008" y="0"/>
                </ns1:cxn>
                <ns1:cxn ang="0">
                  <ns1:pos x="10117" y="0"/>
                </ns1:cxn>
                <ns1:cxn ang="0">
                  <ns1:pos x="6865" y="10348"/>
                </ns1:cxn>
                <ns1:cxn ang="0">
                  <ns1:pos x="2891" y="0"/>
                </ns1:cxn>
                <ns1:cxn ang="0">
                  <ns1:pos x="0" y="0"/>
                </ns1:cxn>
                <ns1:cxn ang="0">
                  <ns1:pos x="5059" y="15521"/>
                </ns1:cxn>
                <ns1:cxn ang="0">
                  <ns1:pos x="7949" y="15521"/>
                </ns1:cxn>
                <ns1:cxn ang="0">
                  <ns1:pos x="11201" y="5174"/>
                </ns1:cxn>
                <ns1:cxn ang="0">
                  <ns1:pos x="15176" y="15521"/>
                </ns1:cxn>
                <ns1:cxn ang="0">
                  <ns1:pos x="16982" y="15521"/>
                </ns1:cxn>
                <ns1:cxn ang="0">
                  <ns1:pos x="23125" y="0"/>
                </ns1:cxn>
                <ns1:cxn ang="0">
                  <ns1:pos x="19150" y="0"/>
                </ns1:cxn>
                <ns1:cxn ang="0">
                  <ns1:pos x="16260" y="10348"/>
                </ns1:cxn>
              </ns1:cxnLst>
              <ns1:rect l="0" t="0" r="0" b="0"/>
              <ns1:pathLst>
                <ns1:path w="65" h="43">
                  <ns1:moveTo>
                    <ns1:pt x="45" y="28"/>
                  </ns1:moveTo>
                  <ns1:lnTo>
                    <ns1:pt x="36" y="0"/>
                  </ns1:lnTo>
                  <ns1:lnTo>
                    <ns1:pt x="28" y="0"/>
                  </ns1:lnTo>
                  <ns1:lnTo>
                    <ns1:pt x="19" y="28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14" y="42"/>
                  </ns1:lnTo>
                  <ns1:lnTo>
                    <ns1:pt x="22" y="42"/>
                  </ns1:lnTo>
                  <ns1:lnTo>
                    <ns1:pt x="31" y="14"/>
                  </ns1:lnTo>
                  <ns1:lnTo>
                    <ns1:pt x="42" y="42"/>
                  </ns1:lnTo>
                  <ns1:lnTo>
                    <ns1:pt x="47" y="42"/>
                  </ns1:lnTo>
                  <ns1:lnTo>
                    <ns1:pt x="64" y="0"/>
                  </ns1:lnTo>
                  <ns1:lnTo>
                    <ns1:pt x="53" y="0"/>
                  </ns1:lnTo>
                  <ns1:lnTo>
                    <ns1:pt x="45" y="28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6" name="任意多边形 3795">
              <ns1:extLst>
                <ns1:ext uri="{FF2B5EF4-FFF2-40B4-BE49-F238E27FC236}">
                  <ns2:creationId id="{5BFE20DD-A8FC-4331-894B-FC198910EDD0}"/>
                </ns1:ext>
              </ns1:extLst>
            </ns0:cNvPr>
            <ns0:cNvSpPr/>
            <ns0:nvPr/>
          </ns0:nvSpPr>
          <ns0:spPr>
            <ns1:xfrm>
              <ns1:off x="5250431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3990" y="9239"/>
                </ns1:cxn>
                <ns1:cxn ang="0">
                  <ns1:pos x="9431" y="9239"/>
                </ns1:cxn>
                <ns1:cxn ang="0">
                  <ns1:pos x="9431" y="6282"/>
                </ns1:cxn>
                <ns1:cxn ang="0">
                  <ns1:pos x="3990" y="6282"/>
                </ns1:cxn>
                <ns1:cxn ang="0">
                  <ns1:pos x="3990" y="2956"/>
                </ns1:cxn>
                <ns1:cxn ang="0">
                  <ns1:pos x="11244" y="2956"/>
                </ns1:cxn>
                <ns1:cxn ang="0">
                  <ns1:pos x="11244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12332" y="15521"/>
                </ns1:cxn>
                <ns1:cxn ang="0">
                  <ns1:pos x="12332" y="12565"/>
                </ns1:cxn>
                <ns1:cxn ang="0">
                  <ns1:pos x="3990" y="12565"/>
                </ns1:cxn>
                <ns1:cxn ang="0">
                  <ns1:pos x="3990" y="9239"/>
                </ns1:cxn>
              </ns1:cxnLst>
              <ns1:rect l="0" t="0" r="0" b="0"/>
              <ns1:pathLst>
                <ns1:path w="35" h="43">
                  <ns1:moveTo>
                    <ns1:pt x="11" y="25"/>
                  </ns1:moveTo>
                  <ns1:lnTo>
                    <ns1:pt x="26" y="25"/>
                  </ns1:lnTo>
                  <ns1:lnTo>
                    <ns1:pt x="26" y="17"/>
                  </ns1:lnTo>
                  <ns1:lnTo>
                    <ns1:pt x="11" y="17"/>
                  </ns1:lnTo>
                  <ns1:lnTo>
                    <ns1:pt x="11" y="8"/>
                  </ns1:lnTo>
                  <ns1:lnTo>
                    <ns1:pt x="31" y="8"/>
                  </ns1:lnTo>
                  <ns1:lnTo>
                    <ns1:pt x="31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34" y="42"/>
                  </ns1:lnTo>
                  <ns1:lnTo>
                    <ns1:pt x="34" y="34"/>
                  </ns1:lnTo>
                  <ns1:lnTo>
                    <ns1:pt x="11" y="34"/>
                  </ns1:lnTo>
                  <ns1:lnTo>
                    <ns1:pt x="11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7" name="任意多边形 3796">
              <ns1:extLst>
                <ns1:ext uri="{FF2B5EF4-FFF2-40B4-BE49-F238E27FC236}">
                  <ns2:creationId id="{35F0DE9A-061C-403C-923B-0B026FBBC969}"/>
                </ns1:ext>
              </ns1:extLst>
            </ns0:cNvPr>
            <ns0:cNvSpPr/>
            <ns0:nvPr/>
          </ns0:nvSpPr>
          <ns0:spPr>
            <ns1:xfrm>
              <ns1:off x="5269296" y="5282419"/>
              <ns1:ext cx="3773" cy="18864"/>
            </ns1:xfrm>
            <ns1:custGeom>
              <ns1:avLst/>
              <ns1:gdLst/>
              <ns1:ahLst/>
              <ns1:cxnLst>
                <ns1:cxn ang="0">
                  <ns1:pos x="1411" y="15538"/>
                </ns1:cxn>
                <ns1:cxn ang="0">
                  <ns1:pos x="0" y="15538"/>
                </ns1:cxn>
                <ns1:cxn ang="0">
                  <ns1:pos x="0" y="0"/>
                </ns1:cxn>
                <ns1:cxn ang="0">
                  <ns1:pos x="2821" y="0"/>
                </ns1:cxn>
                <ns1:cxn ang="0">
                  <ns1:pos x="2821" y="15538"/>
                </ns1:cxn>
                <ns1:cxn ang="0">
                  <ns1:pos x="1411" y="15538"/>
                </ns1:cxn>
              </ns1:cxnLst>
              <ns1:rect l="0" t="0" r="0" b="0"/>
              <ns1:pathLst>
                <ns1:path w="9" h="45">
                  <ns1:moveTo>
                    <ns1:pt x="4" y="44"/>
                  </ns1:moveTo>
                  <ns1:lnTo>
                    <ns1:pt x="0" y="44"/>
                  </ns1:lnTo>
                  <ns1:lnTo>
                    <ns1:pt x="0" y="0"/>
                  </ns1:lnTo>
                  <ns1:lnTo>
                    <ns1:pt x="8" y="0"/>
                  </ns1:lnTo>
                  <ns1:lnTo>
                    <ns1:pt x="8" y="44"/>
                  </ns1:lnTo>
                  <ns1:lnTo>
                    <ns1:pt x="4" y="44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8" name="任意多边形 3797">
              <ns1:extLst>
                <ns1:ext uri="{FF2B5EF4-FFF2-40B4-BE49-F238E27FC236}">
                  <ns2:creationId id="{8421279C-0945-441B-AEEC-07A083AF2F5E}"/>
                </ns1:ext>
              </ns1:extLst>
            </ns0:cNvPr>
            <ns0:cNvSpPr/>
            <ns0:nvPr/>
          </ns0:nvSpPr>
          <ns0:spPr>
            <ns1:xfrm>
              <ns1:off x="5203272" y="5282419"/>
              <ns1:ext cx="18864" cy="18864"/>
            </ns1:xfrm>
            <ns1:custGeom>
              <ns1:avLst/>
              <ns1:gdLst/>
              <ns1:ahLst/>
              <ns1:cxnLst>
                <ns1:cxn ang="0">
                  <ns1:pos x="12074" y="14446"/>
                </ns1:cxn>
                <ns1:cxn ang="0">
                  <ns1:pos x="15524" y="14446"/>
                </ns1:cxn>
                <ns1:cxn ang="0">
                  <ns1:pos x="9659" y="0"/>
                </ns1:cxn>
                <ns1:cxn ang="0">
                  <ns1:pos x="6900" y="0"/>
                </ns1:cxn>
                <ns1:cxn ang="0">
                  <ns1:pos x="0" y="15530"/>
                </ns1:cxn>
                <ns1:cxn ang="0">
                  <ns1:pos x="2415" y="15530"/>
                </ns1:cxn>
                <ns1:cxn ang="0">
                  <ns1:pos x="4140" y="13002"/>
                </ns1:cxn>
                <ns1:cxn ang="0">
                  <ns1:pos x="11039" y="13002"/>
                </ns1:cxn>
                <ns1:cxn ang="0">
                  <ns1:pos x="11039" y="12641"/>
                </ns1:cxn>
                <ns1:cxn ang="0">
                  <ns1:pos x="12074" y="14446"/>
                </ns1:cxn>
                <ns1:cxn ang="0">
                  <ns1:pos x="7245" y="3250"/>
                </ns1:cxn>
                <ns1:cxn ang="0">
                  <ns1:pos x="9659" y="8307"/>
                </ns1:cxn>
                <ns1:cxn ang="0">
                  <ns1:pos x="9659" y="9029"/>
                </ns1:cxn>
                <ns1:cxn ang="0">
                  <ns1:pos x="4830" y="9029"/>
                </ns1:cxn>
                <ns1:cxn ang="0">
                  <ns1:pos x="4830" y="8307"/>
                </ns1:cxn>
                <ns1:cxn ang="0">
                  <ns1:pos x="7245" y="3250"/>
                </ns1:cxn>
              </ns1:cxnLst>
              <ns1:rect l="0" t="0" r="0" b="0"/>
              <ns1:pathLst>
                <ns1:path w="46" h="44">
                  <ns1:moveTo>
                    <ns1:pt x="35" y="40"/>
                  </ns1:moveTo>
                  <ns1:lnTo>
                    <ns1:pt x="45" y="40"/>
                  </ns1:lnTo>
                  <ns1:lnTo>
                    <ns1:pt x="28" y="0"/>
                  </ns1:lnTo>
                  <ns1:lnTo>
                    <ns1:pt x="20" y="0"/>
                  </ns1:lnTo>
                  <ns1:lnTo>
                    <ns1:pt x="0" y="43"/>
                  </ns1:lnTo>
                  <ns1:lnTo>
                    <ns1:pt x="7" y="43"/>
                  </ns1:lnTo>
                  <ns1:lnTo>
                    <ns1:pt x="12" y="36"/>
                  </ns1:lnTo>
                  <ns1:lnTo>
                    <ns1:pt x="32" y="36"/>
                  </ns1:lnTo>
                  <ns1:lnTo>
                    <ns1:pt x="32" y="35"/>
                  </ns1:lnTo>
                  <ns1:lnTo>
                    <ns1:pt x="35" y="40"/>
                  </ns1:lnTo>
                  <ns1:close/>
                  <ns1:moveTo>
                    <ns1:pt x="21" y="9"/>
                  </ns1:moveTo>
                  <ns1:lnTo>
                    <ns1:pt x="28" y="23"/>
                  </ns1:lnTo>
                  <ns1:lnTo>
                    <ns1:pt x="28" y="25"/>
                  </ns1:lnTo>
                  <ns1:lnTo>
                    <ns1:pt x="14" y="25"/>
                  </ns1:lnTo>
                  <ns1:lnTo>
                    <ns1:pt x="14" y="23"/>
                  </ns1:lnTo>
                  <ns1:lnTo>
                    <ns1:pt x="21" y="9"/>
                  </ns1:lnTo>
                  <ns1:close/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49" name="任意多边形 3798">
              <ns1:extLst>
                <ns1:ext uri="{FF2B5EF4-FFF2-40B4-BE49-F238E27FC236}">
                  <ns2:creationId id="{ACD61863-73E6-417A-9537-58B02295A233}"/>
                </ns1:ext>
              </ns1:extLst>
            </ns0:cNvPr>
            <ns0:cNvSpPr/>
            <ns0:nvPr/>
          </ns0:nvSpPr>
          <ns0:spPr>
            <ns1:xfrm>
              <ns1:off x="5171201" y="5206962"/>
              <ns1:ext cx="39616" cy="49047"/>
            </ns1:xfrm>
            <ns1:custGeom>
              <ns1:avLst/>
              <ns1:gdLst/>
              <ns1:ahLst/>
              <ns1:cxnLst>
                <ns1:cxn ang="0">
                  <ns1:pos x="5618" y="23151"/>
                </ns1:cxn>
                <ns1:cxn ang="0">
                  <ns1:pos x="32306" y="40959"/>
                </ns1:cxn>
                <ns1:cxn ang="0">
                  <ns1:pos x="32657" y="40959"/>
                </ns1:cxn>
                <ns1:cxn ang="0">
                  <ns1:pos x="8076" y="0"/>
                </ns1:cxn>
                <ns1:cxn ang="0">
                  <ns1:pos x="702" y="14247"/>
                </ns1:cxn>
                <ns1:cxn ang="0">
                  <ns1:pos x="5618" y="23151"/>
                </ns1:cxn>
              </ns1:cxnLst>
              <ns1:rect l="0" t="0" r="0" b="0"/>
              <ns1:pathLst>
                <ns1:path w="94" h="116">
                  <ns1:moveTo>
                    <ns1:pt x="16" y="65"/>
                  </ns1:moveTo>
                  <ns1:cubicBezTo>
                    <ns1:pt x="36" y="85"/>
                    <ns1:pt x="82" y="109"/>
                    <ns1:pt x="92" y="115"/>
                  </ns1:cubicBezTo>
                  <ns1:lnTo>
                    <ns1:pt x="93" y="115"/>
                  </ns1:lnTo>
                  <ns1:cubicBezTo>
                    <ns1:pt x="64" y="50"/>
                    <ns1:pt x="23" y="0"/>
                    <ns1:pt x="23" y="0"/>
                  </ns1:cubicBezTo>
                  <ns1:cubicBezTo>
                    <ns1:pt x="23" y="0"/>
                    <ns1:pt x="0" y="19"/>
                    <ns1:pt x="2" y="40"/>
                  </ns1:cubicBezTo>
                  <ns1:cubicBezTo>
                    <ns1:pt x="2" y="56"/>
                    <ns1:pt x="16" y="65"/>
                    <ns1:pt x="16" y="65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0" name="任意多边形 3800">
              <ns1:extLst>
                <ns1:ext uri="{FF2B5EF4-FFF2-40B4-BE49-F238E27FC236}">
                  <ns2:creationId id="{9D3D1378-3F82-4D32-95DA-C9A4242B888A}"/>
                </ns1:ext>
              </ns1:extLst>
            </ns0:cNvPr>
            <ns0:cNvSpPr/>
            <ns0:nvPr/>
          </ns0:nvSpPr>
          <ns0:spPr>
            <ns1:xfrm>
              <ns1:off x="5174975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13740" y="9074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7479" y="0"/>
                </ns1:cxn>
                <ns1:cxn ang="0">
                  <ns1:pos x="27479" y="0"/>
                </ns1:cxn>
                <ns1:cxn ang="0">
                  <ns1:pos x="0" y="0"/>
                </ns1:cxn>
              </ns1:cxnLst>
              <ns1:rect l="0" t="0" r="0" b="0"/>
              <ns1:pathLst>
                <ns1:path w="79" h="29">
                  <ns1:moveTo>
                    <ns1:pt x="0" y="0"/>
                  </ns1:moveTo>
                  <ns1:cubicBezTo>
                    <ns1:pt x="8" y="16"/>
                    <ns1:pt x="24" y="28"/>
                    <ns1:pt x="38" y="23"/>
                  </ns1:cubicBezTo>
                  <ns1:cubicBezTo>
                    <ns1:pt x="47" y="22"/>
                    <ns1:pt x="70" y="3"/>
                    <ns1:pt x="78" y="0"/>
                  </ns1:cubicBezTo>
                  <ns1:lnTo>
                    <ns1:pt x="76" y="0"/>
                  </ns1:ln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1" name="任意多边形 3802">
              <ns1:extLst>
                <ns1:ext uri="{FF2B5EF4-FFF2-40B4-BE49-F238E27FC236}">
                  <ns2:creationId id="{8DAC1EAB-657F-4781-8BEE-9E1F11FF86D1}"/>
                </ns1:ext>
              </ns1:extLst>
            </ns0:cNvPr>
            <ns0:cNvSpPr/>
            <ns0:nvPr/>
          </ns0:nvSpPr>
          <ns0:spPr>
            <ns1:xfrm>
              <ns1:off x="5161770" y="5231484"/>
              <ns1:ext cx="47160" cy="26411"/>
            </ns1:xfrm>
            <ns1:custGeom>
              <ns1:avLst/>
              <ns1:gdLst/>
              <ns1:ahLst/>
              <ns1:cxnLst>
                <ns1:cxn ang="0">
                  <ns1:pos x="12361" y="20094"/>
                </ns1:cxn>
                <ns1:cxn ang="0">
                  <ns1:pos x="18177" y="21888"/>
                </ns1:cxn>
                <ns1:cxn ang="0">
                  <ns1:pos x="39626" y="21888"/>
                </ns1:cxn>
                <ns1:cxn ang="0">
                  <ns1:pos x="39626" y="21171"/>
                </ns1:cxn>
                <ns1:cxn ang="0">
                  <ns1:pos x="3635" y="0"/>
                </ns1:cxn>
                <ns1:cxn ang="0">
                  <ns1:pos x="3635" y="11841"/>
                </ns1:cxn>
                <ns1:cxn ang="0">
                  <ns1:pos x="12361" y="20094"/>
                </ns1:cxn>
              </ns1:cxnLst>
              <ns1:rect l="0" t="0" r="0" b="0"/>
              <ns1:pathLst>
                <ns1:path w="110" h="62">
                  <ns1:moveTo>
                    <ns1:pt x="34" y="56"/>
                  </ns1:moveTo>
                  <ns1:cubicBezTo>
                    <ns1:pt x="42" y="61"/>
                    <ns1:pt x="50" y="61"/>
                    <ns1:pt x="50" y="61"/>
                  </ns1:cubicBezTo>
                  <ns1:lnTo>
                    <ns1:pt x="109" y="61"/>
                  </ns1:lnTo>
                  <ns1:lnTo>
                    <ns1:pt x="109" y="59"/>
                  </ns1:lnTo>
                  <ns1:cubicBezTo>
                    <ns1:pt x="73" y="36"/>
                    <ns1:pt x="10" y="0"/>
                    <ns1:pt x="10" y="0"/>
                  </ns1:cubicBezTo>
                  <ns1:cubicBezTo>
                    <ns1:pt x="0" y="17"/>
                    <ns1:pt x="10" y="33"/>
                    <ns1:pt x="10" y="33"/>
                  </ns1:cubicBezTo>
                  <ns1:cubicBezTo>
                    <ns1:pt x="17" y="50"/>
                    <ns1:pt x="34" y="56"/>
                    <ns1:pt x="34" y="5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2" name="任意多边形 3804">
              <ns1:extLst>
                <ns1:ext uri="{FF2B5EF4-FFF2-40B4-BE49-F238E27FC236}">
                  <ns2:creationId id="{8108E835-0B40-49FB-A9C2-E99770B93544}"/>
                </ns1:ext>
              </ns1:extLst>
            </ns0:cNvPr>
            <ns0:cNvSpPr/>
            <ns0:nvPr/>
          </ns0:nvSpPr>
          <ns0:spPr>
            <ns1:xfrm>
              <ns1:off x="5191952" y="5191870"/>
              <ns1:ext cx="28296" cy="62252"/>
            </ns1:xfrm>
            <ns1:custGeom>
              <ns1:avLst/>
              <ns1:gdLst/>
              <ns1:ahLst/>
              <ns1:cxnLst>
                <ns1:cxn ang="0">
                  <ns1:pos x="1774" y="9526"/>
                </ns1:cxn>
                <ns1:cxn ang="0">
                  <ns1:pos x="1774" y="18685"/>
                </ns1:cxn>
                <ns1:cxn ang="0">
                  <ns1:pos x="19510" y="52391"/>
                </ns1:cxn>
                <ns1:cxn ang="0">
                  <ns1:pos x="14898" y="0"/>
                </ns1:cxn>
                <ns1:cxn ang="0">
                  <ns1:pos x="10642" y="1099"/>
                </ns1:cxn>
                <ns1:cxn ang="0">
                  <ns1:pos x="1774" y="9526"/>
                </ns1:cxn>
              </ns1:cxnLst>
              <ns1:rect l="0" t="0" r="0" b="0"/>
              <ns1:pathLst>
                <ns1:path w="68" h="144">
                  <ns1:moveTo>
                    <ns1:pt x="5" y="26"/>
                  </ns1:moveTo>
                  <ns1:cubicBezTo>
                    <ns1:pt x="0" y="38"/>
                    <ns1:pt x="5" y="51"/>
                    <ns1:pt x="5" y="51"/>
                  </ns1:cubicBezTo>
                  <ns1:cubicBezTo>
                    <ns1:pt x="13" y="82"/>
                    <ns1:pt x="45" y="132"/>
                    <ns1:pt x="55" y="143"/>
                  </ns1:cubicBezTo>
                  <ns1:cubicBezTo>
                    <ns1:pt x="67" y="31"/>
                    <ns1:pt x="42" y="0"/>
                    <ns1:pt x="42" y="0"/>
                  </ns1:cubicBezTo>
                  <ns1:cubicBezTo>
                    <ns1:pt x="41" y="0"/>
                    <ns1:pt x="30" y="3"/>
                    <ns1:pt x="30" y="3"/>
                  </ns1:cubicBezTo>
                  <ns1:cubicBezTo>
                    <ns1:pt x="8" y="9"/>
                    <ns1:pt x="5" y="26"/>
                    <ns1:pt x="5" y="2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3" name="任意多边形 3806">
              <ns1:extLst>
                <ns1:ext uri="{FF2B5EF4-FFF2-40B4-BE49-F238E27FC236}">
                  <ns2:creationId id="{DC6B5E8A-B9FA-4C07-8E27-721C033EB64A}"/>
                </ns1:ext>
              </ns1:extLst>
            </ns0:cNvPr>
            <ns0:cNvSpPr/>
            <ns0:nvPr/>
          </ns0:nvSpPr>
          <ns0:spPr>
            <ns1:xfrm>
              <ns1:off x="5216477" y="5191870"/>
              <ns1:ext cx="28297" cy="62252"/>
            </ns1:xfrm>
            <ns1:custGeom>
              <ns1:avLst/>
              <ns1:gdLst/>
              <ns1:ahLst/>
              <ns1:cxnLst>
                <ns1:cxn ang="0">
                  <ns1:pos x="21707" y="19418"/>
                </ns1:cxn>
                <ns1:cxn ang="0">
                  <ns1:pos x="21707" y="10258"/>
                </ns1:cxn>
                <ns1:cxn ang="0">
                  <ns1:pos x="12811" y="1832"/>
                </ns1:cxn>
                <ns1:cxn ang="0">
                  <ns1:pos x="8185" y="1099"/>
                </ns1:cxn>
                <ns1:cxn ang="0">
                  <ns1:pos x="3914" y="52391"/>
                </ns1:cxn>
                <ns1:cxn ang="0">
                  <ns1:pos x="21707" y="19418"/>
                </ns1:cxn>
              </ns1:cxnLst>
              <ns1:rect l="0" t="0" r="0" b="0"/>
              <ns1:pathLst>
                <ns1:path w="66" h="144">
                  <ns1:moveTo>
                    <ns1:pt x="61" y="53"/>
                  </ns1:moveTo>
                  <ns1:cubicBezTo>
                    <ns1:pt x="61" y="53"/>
                    <ns1:pt x="65" y="37"/>
                    <ns1:pt x="61" y="28"/>
                  </ns1:cubicBezTo>
                  <ns1:cubicBezTo>
                    <ns1:pt x="61" y="28"/>
                    <ns1:pt x="54" y="8"/>
                    <ns1:pt x="36" y="5"/>
                  </ns1:cubicBezTo>
                  <ns1:cubicBezTo>
                    <ns1:pt x="36" y="5"/>
                    <ns1:pt x="29" y="3"/>
                    <ns1:pt x="23" y="3"/>
                  </ns1:cubicBezTo>
                  <ns1:cubicBezTo>
                    <ns1:pt x="23" y="0"/>
                    <ns1:pt x="0" y="31"/>
                    <ns1:pt x="11" y="143"/>
                  </ns1:cubicBezTo>
                  <ns1:cubicBezTo>
                    <ns1:pt x="20" y="134"/>
                    <ns1:pt x="54" y="83"/>
                    <ns1:pt x="61" y="53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4" name="任意多边形 3808">
              <ns1:extLst>
                <ns1:ext uri="{FF2B5EF4-FFF2-40B4-BE49-F238E27FC236}">
                  <ns2:creationId id="{E818565B-39CF-45FD-834B-385916F26AFB}"/>
                </ns1:ext>
              </ns1:extLst>
            </ns0:cNvPr>
            <ns0:cNvSpPr/>
            <ns0:nvPr/>
          </ns0:nvSpPr>
          <ns0:spPr>
            <ns1:xfrm>
              <ns1:off x="5229682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14824" y="8321"/>
                </ns1:cxn>
                <ns1:cxn ang="0">
                  <ns1:pos x="28202" y="347"/>
                </ns1:cxn>
                <ns1:cxn ang="0">
                  <ns1:pos x="0" y="0"/>
                </ns1:cxn>
              </ns1:cxnLst>
              <ns1:rect l="0" t="0" r="0" b="0"/>
              <ns1:pathLst>
                <ns1:path w="79" h="33">
                  <ns1:moveTo>
                    <ns1:pt x="0" y="0"/>
                  </ns1:moveTo>
                  <ns1:lnTo>
                    <ns1:pt x="0" y="0"/>
                  </ns1:lnTo>
                  <ns1:cubicBezTo>
                    <ns1:pt x="8" y="7"/>
                    <ns1:pt x="30" y="23"/>
                    <ns1:pt x="41" y="24"/>
                  </ns1:cubicBezTo>
                  <ns1:cubicBezTo>
                    <ns1:pt x="41" y="24"/>
                    <ns1:pt x="61" y="32"/>
                    <ns1:pt x="78" y="1"/>
                  </ns1:cubicBez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5" name="任意多边形 3810">
              <ns1:extLst>
                <ns1:ext uri="{FF2B5EF4-FFF2-40B4-BE49-F238E27FC236}">
                  <ns2:creationId id="{8EA62095-5F53-4374-BD3A-E3B28EA3F84B}"/>
                </ns1:ext>
              </ns1:extLst>
            </ns0:cNvPr>
            <ns0:cNvSpPr/>
            <ns0:nvPr/>
          </ns0:nvSpPr>
          <ns0:spPr>
            <ns1:xfrm>
              <ns1:off x="5229681" y="5233371"/>
              <ns1:ext cx="45275" cy="26411"/>
            </ns1:xfrm>
            <ns1:custGeom>
              <ns1:avLst/>
              <ns1:gdLst/>
              <ns1:ahLst/>
              <ns1:cxnLst>
                <ns1:cxn ang="0">
                  <ns1:pos x="21512" y="21882"/>
                </ns1:cxn>
                <ns1:cxn ang="0">
                  <ns1:pos x="26449" y="20423"/>
                </ns1:cxn>
                <ns1:cxn ang="0">
                  <ns1:pos x="34912" y="11671"/>
                </ns1:cxn>
                <ns1:cxn ang="0">
                  <ns1:pos x="35617" y="0"/>
                </ns1:cxn>
                <ns1:cxn ang="0">
                  <ns1:pos x="0" y="21518"/>
                </ns1:cxn>
                <ns1:cxn ang="0">
                  <ns1:pos x="21512" y="21882"/>
                </ns1:cxn>
              </ns1:cxnLst>
              <ns1:rect l="0" t="0" r="0" b="0"/>
              <ns1:pathLst>
                <ns1:path w="108" h="61">
                  <ns1:moveTo>
                    <ns1:pt x="61" y="60"/>
                  </ns1:moveTo>
                  <ns1:cubicBezTo>
                    <ns1:pt x="61" y="60"/>
                    <ns1:pt x="67" y="60"/>
                    <ns1:pt x="75" y="56"/>
                  </ns1:cubicBezTo>
                  <ns1:cubicBezTo>
                    <ns1:pt x="75" y="56"/>
                    <ns1:pt x="90" y="49"/>
                    <ns1:pt x="99" y="32"/>
                  </ns1:cubicBezTo>
                  <ns1:cubicBezTo>
                    <ns1:pt x="99" y="32"/>
                    <ns1:pt x="107" y="17"/>
                    <ns1:pt x="101" y="0"/>
                  </ns1:cubicBezTo>
                  <ns1:cubicBezTo>
                    <ns1:pt x="101" y="0"/>
                    <ns1:pt x="34" y="35"/>
                    <ns1:pt x="0" y="59"/>
                  </ns1:cubicBezTo>
                  <ns1:cubicBezTo>
                    <ns1:pt x="12" y="60"/>
                    <ns1:pt x="59" y="60"/>
                    <ns1:pt x="61" y="60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56" name="任意多边形 3812">
              <ns1:extLst>
                <ns1:ext uri="{FF2B5EF4-FFF2-40B4-BE49-F238E27FC236}">
                  <ns2:creationId id="{42A3CA33-197B-4D63-B989-B87C0696BA73}"/>
                </ns1:ext>
              </ns1:extLst>
            </ns0:cNvPr>
            <ns0:cNvSpPr/>
            <ns0:nvPr/>
          </ns0:nvSpPr>
          <ns0:spPr>
            <ns1:xfrm>
              <ns1:off x="5225908" y="5206962"/>
              <ns1:ext cx="39615" cy="49047"/>
            </ns1:xfrm>
            <ns1:custGeom>
              <ns1:avLst/>
              <ns1:gdLst/>
              <ns1:ahLst/>
              <ns1:cxnLst>
                <ns1:cxn ang="0">
                  <ns1:pos x="27558" y="24131"/>
                </ns1:cxn>
                <ns1:cxn ang="0">
                  <ns1:pos x="32568" y="14990"/>
                </ns1:cxn>
                <ns1:cxn ang="0">
                  <ns1:pos x="25053" y="0"/>
                </ns1:cxn>
                <ns1:cxn ang="0">
                  <ns1:pos x="0" y="40949"/>
                </ns1:cxn>
                <ns1:cxn ang="0">
                  <ns1:pos x="27558" y="24131"/>
                </ns1:cxn>
              </ns1:cxnLst>
              <ns1:rect l="0" t="0" r="0" b="0"/>
              <ns1:pathLst>
                <ns1:path w="94" h="113">
                  <ns1:moveTo>
                    <ns1:pt x="77" y="66"/>
                  </ns1:moveTo>
                  <ns1:cubicBezTo>
                    <ns1:pt x="77" y="66"/>
                    <ns1:pt x="90" y="56"/>
                    <ns1:pt x="91" y="41"/>
                  </ns1:cubicBezTo>
                  <ns1:cubicBezTo>
                    <ns1:pt x="93" y="19"/>
                    <ns1:pt x="70" y="0"/>
                    <ns1:pt x="70" y="0"/>
                  </ns1:cubicBezTo>
                  <ns1:cubicBezTo>
                    <ns1:pt x="70" y="0"/>
                    <ns1:pt x="29" y="47"/>
                    <ns1:pt x="0" y="112"/>
                  </ns1:cubicBezTo>
                  <ns1:cubicBezTo>
                    <ns1:pt x="12" y="108"/>
                    <ns1:pt x="59" y="84"/>
                    <ns1:pt x="77" y="6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157" name="组合 11">
              <ns1:extLst>
                <ns1:ext uri="{FF2B5EF4-FFF2-40B4-BE49-F238E27FC236}">
                  <ns2:creationId id="{C9456E2F-6423-45FC-9075-A823D02D6A1C}"/>
                </ns1:ext>
              </ns1:extLst>
            </ns0:cNvPr>
            <ns0:cNvGrpSpPr/>
            <ns0:nvPr/>
          </ns0:nvGrpSpPr>
          <ns0:grpSpPr>
            <ns1:xfrm>
              <ns1:off x="4839189" y="5197529"/>
              <ns1:ext cx="269760" cy="90548"/>
              <ns1:chOff x="7133" y="4645"/>
              <ns1:chExt cx="4701" cy="1573"/>
            </ns1:xfrm>
          </ns0:grpSpPr>
          <ns0:sp>
            <ns0:nvSpPr>
              <ns0:cNvPr id="158" name="任意多边形 12">
                <ns1:extLst>
                  <ns1:ext uri="{FF2B5EF4-FFF2-40B4-BE49-F238E27FC236}">
                    <ns2:creationId id="{64A9A26B-A9DC-4DC7-93B6-67E85F53B42A}"/>
                  </ns1:ext>
                </ns1:extLst>
              </ns0:cNvPr>
              <ns0:cNvSpPr/>
              <ns0:nvPr/>
            </ns0:nvSpPr>
            <ns0:spPr>
              <ns1:xfrm>
                <ns1:off x="7178" y="5473"/>
                <ns1:ext cx="1620" cy="16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2857" h="294">
                    <ns1:moveTo>
                      <ns1:pt x="0" y="16"/>
                    </ns1:moveTo>
                    <ns1:cubicBezTo>
                      <ns1:pt x="4" y="16"/>
                      <ns1:pt x="1169" y="0"/>
                      <ns1:pt x="1448" y="13"/>
                    </ns1:cubicBezTo>
                    <ns1:cubicBezTo>
                      <ns1:pt x="1675" y="22"/>
                      <ns1:pt x="2019" y="15"/>
                      <ns1:pt x="2243" y="41"/>
                    </ns1:cubicBezTo>
                    <ns1:cubicBezTo>
                      <ns1:pt x="2456" y="62"/>
                      <ns1:pt x="2800" y="113"/>
                      <ns1:pt x="2856" y="293"/>
                    </ns1:cubicBezTo>
                    <ns1:cubicBezTo>
                      <ns1:pt x="2643" y="226"/>
                      <ns1:pt x="2502" y="237"/>
                      <ns1:pt x="2208" y="200"/>
                    </ns1:cubicBezTo>
                    <ns1:cubicBezTo>
                      <ns1:pt x="2178" y="196"/>
                      <ns1:pt x="1999" y="186"/>
                      <ns1:pt x="1881" y="187"/>
                    </ns1:cubicBezTo>
                    <ns1:cubicBezTo>
                      <ns1:pt x="1881" y="187"/>
                      <ns1:pt x="1959" y="168"/>
                      <ns1:pt x="2111" y="161"/>
                    </ns1:cubicBezTo>
                    <ns1:cubicBezTo>
                      <ns1:pt x="2204" y="156"/>
                      <ns1:pt x="2384" y="147"/>
                      <ns1:pt x="2470" y="159"/>
                    </ns1:cubicBezTo>
                    <ns1:cubicBezTo>
                      <ns1:pt x="2405" y="126"/>
                      <ns1:pt x="2204" y="106"/>
                      <ns1:pt x="2079" y="90"/>
                    </ns1:cubicBezTo>
                    <ns1:cubicBezTo>
                      <ns1:pt x="1857" y="64"/>
                      <ns1:pt x="1657" y="66"/>
                      <ns1:pt x="1432" y="69"/>
                    </ns1:cubicBezTo>
                    <ns1:cubicBezTo>
                      <ns1:pt x="1155" y="71"/>
                      <ns1:pt x="11" y="67"/>
                      <ns1:pt x="7" y="67"/>
                    </ns1:cubicBezTo>
                    <ns1:lnTo>
                      <ns1:pt x="0" y="16"/>
                    </ns1:ln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62" name="任意多边形 13">
                <ns1:extLst>
                  <ns1:ext uri="{FF2B5EF4-FFF2-40B4-BE49-F238E27FC236}">
                    <ns2:creationId id="{3529740F-374E-4FC2-ACB7-EE9AFC390B73}"/>
                  </ns1:ext>
                </ns1:extLst>
              </ns0:cNvPr>
              <ns0:cNvSpPr/>
              <ns0:nvPr/>
            </ns0:nvSpPr>
            <ns0:spPr>
              <ns1:xfrm>
                <ns1:off x="7133" y="5125"/>
                <ns1:ext cx="3172" cy="39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598" h="690">
                    <ns1:moveTo>
                      <ns1:pt x="5553" y="379"/>
                    </ns1:moveTo>
                    <ns1:cubicBezTo>
                      <ns1:pt x="5593" y="383"/>
                      <ns1:pt x="5597" y="421"/>
                      <ns1:pt x="5482" y="413"/>
                    </ns1:cubicBezTo>
                    <ns1:cubicBezTo>
                      <ns1:pt x="5098" y="383"/>
                      <ns1:pt x="4169" y="236"/>
                      <ns1:pt x="3785" y="187"/>
                    </ns1:cubicBezTo>
                    <ns1:cubicBezTo>
                      <ns1:pt x="3196" y="113"/>
                      <ns1:pt x="3120" y="187"/>
                      <ns1:pt x="2930" y="325"/>
                    </ns1:cubicBezTo>
                    <ns1:cubicBezTo>
                      <ns1:pt x="2597" y="564"/>
                      <ns1:pt x="2121" y="679"/>
                      <ns1:pt x="1721" y="681"/>
                    </ns1:cubicBezTo>
                    <ns1:lnTo>
                      <ns1:pt x="81" y="688"/>
                    </ns1:lnTo>
                    <ns1:cubicBezTo>
                      <ns1:pt x="0" y="689"/>
                      <ns1:pt x="2" y="630"/>
                      <ns1:pt x="81" y="631"/>
                    </ns1:cubicBezTo>
                    <ns1:cubicBezTo>
                      <ns1:pt x="197" y="628"/>
                      <ns1:pt x="1380" y="608"/>
                      <ns1:pt x="1659" y="608"/>
                    </ns1:cubicBezTo>
                    <ns1:cubicBezTo>
                      <ns1:pt x="1937" y="608"/>
                      <ns1:pt x="2205" y="557"/>
                      <ns1:pt x="2331" y="506"/>
                    </ns1:cubicBezTo>
                    <ns1:cubicBezTo>
                      <ns1:pt x="2456" y="455"/>
                      <ns1:pt x="2634" y="349"/>
                      <ns1:pt x="2821" y="196"/>
                    </ns1:cubicBezTo>
                    <ns1:cubicBezTo>
                      <ns1:pt x="3008" y="44"/>
                      <ns1:pt x="3177" y="0"/>
                      <ns1:pt x="3766" y="90"/>
                    </ns1:cubicBezTo>
                    <ns1:cubicBezTo>
                      <ns1:pt x="4353" y="178"/>
                      <ns1:pt x="5145" y="319"/>
                      <ns1:pt x="5553" y="379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63" name="任意多边形 14">
                <ns1:extLst>
                  <ns1:ext uri="{FF2B5EF4-FFF2-40B4-BE49-F238E27FC236}">
                    <ns2:creationId id="{82C241B5-4183-4360-9388-950C1B33407B}"/>
                  </ns1:ext>
                </ns1:extLst>
              </ns0:cNvPr>
              <ns0:cNvSpPr/>
              <ns0:nvPr/>
            </ns0:nvSpPr>
            <ns0:spPr>
              <ns1:xfrm>
                <ns1:off x="8240" y="5565"/>
                <ns1:ext cx="3595" cy="315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6339" h="554">
                    <ns1:moveTo>
                      <ns1:pt x="2576" y="408"/>
                    </ns1:moveTo>
                    <ns1:cubicBezTo>
                      <ns1:pt x="1901" y="371"/>
                      <ns1:pt x="1294" y="339"/>
                      <ns1:pt x="970" y="234"/>
                    </ns1:cubicBezTo>
                    <ns1:cubicBezTo>
                      <ns1:pt x="672" y="138"/>
                      <ns1:pt x="586" y="101"/>
                      <ns1:pt x="423" y="51"/>
                    </ns1:cubicBezTo>
                    <ns1:cubicBezTo>
                      <ns1:pt x="261" y="0"/>
                      <ns1:pt x="16" y="28"/>
                      <ns1:pt x="7" y="30"/>
                    </ns1:cubicBezTo>
                    <ns1:cubicBezTo>
                      <ns1:pt x="0" y="30"/>
                      <ns1:pt x="182" y="34"/>
                      <ns1:pt x="388" y="136"/>
                    </ns1:cubicBezTo>
                    <ns1:cubicBezTo>
                      <ns1:pt x="594" y="237"/>
                      <ns1:pt x="728" y="318"/>
                      <ns1:pt x="982" y="392"/>
                    </ns1:cubicBezTo>
                    <ns1:cubicBezTo>
                      <ns1:pt x="1317" y="489"/>
                      <ns1:pt x="1846" y="553"/>
                      <ns1:pt x="2530" y="542"/>
                    </ns1:cubicBezTo>
                    <ns1:cubicBezTo>
                      <ns1:pt x="3473" y="526"/>
                      <ns1:pt x="5683" y="433"/>
                      <ns1:pt x="6239" y="459"/>
                    </ns1:cubicBezTo>
                    <ns1:cubicBezTo>
                      <ns1:pt x="6297" y="463"/>
                      <ns1:pt x="6338" y="436"/>
                      <ns1:pt x="6248" y="419"/>
                    </ns1:cubicBezTo>
                    <ns1:cubicBezTo>
                      <ns1:pt x="5870" y="350"/>
                      <ns1:pt x="3205" y="442"/>
                      <ns1:pt x="2576" y="40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65" name="任意多边形 15">
                <ns1:extLst>
                  <ns1:ext uri="{FF2B5EF4-FFF2-40B4-BE49-F238E27FC236}">
                    <ns2:creationId id="{2A277E9B-462A-4675-87F6-BE8217304357}"/>
                  </ns1:ext>
                </ns1:extLst>
              </ns0:cNvPr>
              <ns0:cNvSpPr/>
              <ns0:nvPr/>
            </ns0:nvSpPr>
            <ns0:spPr>
              <ns1:xfrm>
                <ns1:off x="8853" y="4645"/>
                <ns1:ext cx="327" cy="50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76" h="882">
                    <ns1:moveTo>
                      <ns1:pt x="194" y="848"/>
                    </ns1:moveTo>
                    <ns1:cubicBezTo>
                      <ns1:pt x="203" y="834"/>
                      <ns1:pt x="203" y="820"/>
                      <ns1:pt x="196" y="744"/>
                    </ns1:cubicBezTo>
                    <ns1:cubicBezTo>
                      <ns1:pt x="189" y="666"/>
                      <ns1:pt x="173" y="509"/>
                      <ns1:pt x="286" y="307"/>
                    </ns1:cubicBezTo>
                    <ns1:cubicBezTo>
                      <ns1:pt x="388" y="122"/>
                      <ns1:pt x="501" y="53"/>
                      <ns1:pt x="554" y="30"/>
                    </ns1:cubicBezTo>
                    <ns1:cubicBezTo>
                      <ns1:pt x="575" y="21"/>
                      <ns1:pt x="570" y="0"/>
                      <ns1:pt x="518" y="23"/>
                    </ns1:cubicBezTo>
                    <ns1:cubicBezTo>
                      <ns1:pt x="465" y="46"/>
                      <ns1:pt x="300" y="127"/>
                      <ns1:pt x="189" y="307"/>
                    </ns1:cubicBezTo>
                    <ns1:cubicBezTo>
                      <ns1:pt x="64" y="509"/>
                      <ns1:pt x="62" y="702"/>
                      <ns1:pt x="48" y="770"/>
                    </ns1:cubicBezTo>
                    <ns1:cubicBezTo>
                      <ns1:pt x="34" y="839"/>
                      <ns1:pt x="19" y="860"/>
                      <ns1:pt x="0" y="881"/>
                    </ns1:cubicBezTo>
                    <ns1:cubicBezTo>
                      <ns1:pt x="46" y="860"/>
                      <ns1:pt x="164" y="844"/>
                      <ns1:pt x="194" y="84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69" name="任意多边形 16">
                <ns1:extLst>
                  <ns1:ext uri="{FF2B5EF4-FFF2-40B4-BE49-F238E27FC236}">
                    <ns2:creationId id="{9FDE24CA-2D37-49FF-BE16-9C963B9F802B}"/>
                  </ns1:ext>
                </ns1:extLst>
              </ns0:cNvPr>
              <ns0:cNvSpPr/>
              <ns0:nvPr/>
            </ns0:nvSpPr>
            <ns0:spPr>
              <ns1:xfrm>
                <ns1:off x="9070" y="4668"/>
                <ns1:ext cx="473" cy="53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34" h="946">
                    <ns1:moveTo>
                      <ns1:pt x="455" y="873"/>
                    </ns1:moveTo>
                    <ns1:cubicBezTo>
                      <ns1:pt x="311" y="825"/>
                      <ns1:pt x="224" y="767"/>
                      <ns1:pt x="140" y="658"/>
                    </ns1:cubicBezTo>
                    <ns1:cubicBezTo>
                      <ns1:pt x="57" y="548"/>
                      <ns1:pt x="0" y="307"/>
                      <ns1:pt x="85" y="143"/>
                    </ns1:cubicBezTo>
                    <ns1:cubicBezTo>
                      <ns1:pt x="131" y="53"/>
                      <ns1:pt x="216" y="0"/>
                      <ns1:pt x="226" y="16"/>
                    </ns1:cubicBezTo>
                    <ns1:cubicBezTo>
                      <ns1:pt x="231" y="25"/>
                      <ns1:pt x="200" y="26"/>
                      <ns1:pt x="156" y="107"/>
                    </ns1:cubicBezTo>
                    <ns1:cubicBezTo>
                      <ns1:pt x="52" y="300"/>
                      <ns1:pt x="154" y="511"/>
                      <ns1:pt x="279" y="628"/>
                    </ns1:cubicBezTo>
                    <ns1:cubicBezTo>
                      <ns1:pt x="402" y="744"/>
                      <ns1:pt x="637" y="869"/>
                      <ns1:pt x="833" y="945"/>
                    </ns1:cubicBezTo>
                    <ns1:cubicBezTo>
                      <ns1:pt x="711" y="925"/>
                      <ns1:pt x="455" y="873"/>
                      <ns1:pt x="455" y="873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70" name="任意多边形 17">
                <ns1:extLst>
                  <ns1:ext uri="{FF2B5EF4-FFF2-40B4-BE49-F238E27FC236}">
                    <ns2:creationId id="{DECD7B1B-4368-4634-909C-A593DF85A02A}"/>
                  </ns1:ext>
                </ns1:extLst>
              </ns0:cNvPr>
              <ns0:cNvSpPr/>
              <ns0:nvPr/>
            </ns0:nvSpPr>
            <ns0:spPr>
              <ns1:xfrm>
                <ns1:off x="9010" y="5860"/>
                <ns1:ext cx="468" cy="35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26" h="632">
                    <ns1:moveTo>
                      <ns1:pt x="553" y="72"/>
                    </ns1:moveTo>
                    <ns1:cubicBezTo>
                      <ns1:pt x="504" y="333"/>
                      <ns1:pt x="673" y="471"/>
                      <ns1:pt x="784" y="578"/>
                    </ns1:cubicBezTo>
                    <ns1:cubicBezTo>
                      <ns1:pt x="825" y="631"/>
                      <ns1:pt x="728" y="617"/>
                      <ns1:pt x="703" y="612"/>
                    </ns1:cubicBezTo>
                    <ns1:cubicBezTo>
                      <ns1:pt x="284" y="504"/>
                      <ns1:pt x="340" y="122"/>
                      <ns1:pt x="0" y="0"/>
                    </ns1:cubicBezTo>
                    <ns1:cubicBezTo>
                      <ns1:pt x="305" y="76"/>
                      <ns1:pt x="553" y="72"/>
                      <ns1:pt x="553" y="72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171" name="任意多边形 18">
                <ns1:extLst>
                  <ns1:ext uri="{FF2B5EF4-FFF2-40B4-BE49-F238E27FC236}">
                    <ns2:creationId id="{DE49D440-F6D0-4E66-85CB-C079A89157BE}"/>
                  </ns1:ext>
                </ns1:extLst>
              </ns0:cNvPr>
              <ns0:cNvSpPr/>
              <ns0:nvPr/>
            </ns0:nvSpPr>
            <ns0:spPr>
              <ns1:xfrm>
                <ns1:off x="9248" y="5315"/>
                <ns1:ext cx="2515" cy="39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4435" h="702">
                    <ns1:moveTo>
                      <ns1:pt x="0" y="423"/>
                    </ns1:moveTo>
                    <ns1:cubicBezTo>
                      <ns1:pt x="0" y="384"/>
                      <ns1:pt x="6" y="342"/>
                      <ns1:pt x="18" y="298"/>
                    </ns1:cubicBezTo>
                    <ns1:cubicBezTo>
                      <ns1:pt x="34" y="238"/>
                      <ns1:pt x="57" y="187"/>
                      <ns1:pt x="90" y="143"/>
                    </ns1:cubicBezTo>
                    <ns1:cubicBezTo>
                      <ns1:pt x="122" y="99"/>
                      <ns1:pt x="163" y="65"/>
                      <ns1:pt x="212" y="39"/>
                    </ns1:cubicBezTo>
                    <ns1:cubicBezTo>
                      <ns1:pt x="261" y="14"/>
                      <ns1:pt x="316" y="2"/>
                      <ns1:pt x="380" y="2"/>
                    </ns1:cubicBezTo>
                    <ns1:cubicBezTo>
                      <ns1:pt x="462" y="2"/>
                      <ns1:pt x="531" y="28"/>
                      <ns1:pt x="582" y="79"/>
                    </ns1:cubicBezTo>
                    <ns1:cubicBezTo>
                      <ns1:pt x="633" y="130"/>
                      <ns1:pt x="660" y="199"/>
                      <ns1:pt x="660" y="285"/>
                    </ns1:cubicBezTo>
                    <ns1:cubicBezTo>
                      <ns1:pt x="660" y="356"/>
                      <ns1:pt x="644" y="425"/>
                      <ns1:pt x="611" y="492"/>
                    </ns1:cubicBezTo>
                    <ns1:cubicBezTo>
                      <ns1:pt x="577" y="559"/>
                      <ns1:pt x="531" y="609"/>
                      <ns1:pt x="475" y="644"/>
                    </ns1:cubicBezTo>
                    <ns1:cubicBezTo>
                      <ns1:pt x="417" y="679"/>
                      <ns1:pt x="351" y="697"/>
                      <ns1:pt x="279" y="697"/>
                    </ns1:cubicBezTo>
                    <ns1:cubicBezTo>
                      <ns1:pt x="216" y="697"/>
                      <ns1:pt x="162" y="684"/>
                      <ns1:pt x="120" y="655"/>
                    </ns1:cubicBezTo>
                    <ns1:cubicBezTo>
                      <ns1:pt x="77" y="627"/>
                      <ns1:pt x="48" y="592"/>
                      <ns1:pt x="30" y="550"/>
                    </ns1:cubicBezTo>
                    <ns1:cubicBezTo>
                      <ns1:pt x="11" y="509"/>
                      <ns1:pt x="0" y="467"/>
                      <ns1:pt x="0" y="423"/>
                    </ns1:cubicBezTo>
                    <ns1:close/>
                    <ns1:moveTo>
                      <ns1:pt x="138" y="421"/>
                    </ns1:moveTo>
                    <ns1:cubicBezTo>
                      <ns1:pt x="138" y="467"/>
                      <ns1:pt x="152" y="506"/>
                      <ns1:pt x="180" y="538"/>
                    </ns1:cubicBezTo>
                    <ns1:cubicBezTo>
                      <ns1:pt x="209" y="569"/>
                      <ns1:pt x="246" y="585"/>
                      <ns1:pt x="291" y="585"/>
                    </ns1:cubicBezTo>
                    <ns1:cubicBezTo>
                      <ns1:pt x="328" y="585"/>
                      <ns1:pt x="365" y="573"/>
                      <ns1:pt x="399" y="548"/>
                    </ns1:cubicBezTo>
                    <ns1:cubicBezTo>
                      <ns1:pt x="434" y="523"/>
                      <ns1:pt x="462" y="486"/>
                      <ns1:pt x="485" y="435"/>
                    </ns1:cubicBezTo>
                    <ns1:cubicBezTo>
                      <ns1:pt x="508" y="384"/>
                      <ns1:pt x="519" y="337"/>
                      <ns1:pt x="519" y="289"/>
                    </ns1:cubicBezTo>
                    <ns1:cubicBezTo>
                      <ns1:pt x="519" y="236"/>
                      <ns1:pt x="505" y="194"/>
                      <ns1:pt x="477" y="164"/>
                    </ns1:cubicBezTo>
                    <ns1:cubicBezTo>
                      <ns1:pt x="448" y="134"/>
                      <ns1:pt x="411" y="118"/>
                      <ns1:pt x="367" y="118"/>
                    </ns1:cubicBezTo>
                    <ns1:cubicBezTo>
                      <ns1:pt x="300" y="118"/>
                      <ns1:pt x="244" y="150"/>
                      <ns1:pt x="201" y="213"/>
                    </ns1:cubicBezTo>
                    <ns1:cubicBezTo>
                      <ns1:pt x="159" y="275"/>
                      <ns1:pt x="138" y="345"/>
                      <ns1:pt x="138" y="421"/>
                    </ns1:cubicBezTo>
                    <ns1:close/>
                    <ns1:moveTo>
                      <ns1:pt x="980" y="504"/>
                    </ns1:moveTo>
                    <ns1:lnTo>
                      <ns1:pt x="1108" y="525"/>
                    </ns1:lnTo>
                    <ns1:cubicBezTo>
                      <ns1:pt x="1087" y="583"/>
                      <ns1:pt x="1056" y="625"/>
                      <ns1:pt x="1015" y="655"/>
                    </ns1:cubicBezTo>
                    <ns1:cubicBezTo>
                      <ns1:pt x="974" y="685"/>
                      <ns1:pt x="925" y="699"/>
                      <ns1:pt x="870" y="699"/>
                    </ns1:cubicBezTo>
                    <ns1:cubicBezTo>
                      <ns1:pt x="810" y="699"/>
                      <ns1:pt x="760" y="681"/>
                      <ns1:pt x="723" y="642"/>
                    </ns1:cubicBezTo>
                    <ns1:cubicBezTo>
                      <ns1:pt x="686" y="605"/>
                      <ns1:pt x="669" y="555"/>
                      <ns1:pt x="669" y="490"/>
                    </ns1:cubicBezTo>
                    <ns1:cubicBezTo>
                      <ns1:pt x="669" y="437"/>
                      <ns1:pt x="679" y="386"/>
                      <ns1:pt x="702" y="340"/>
                    </ns1:cubicBezTo>
                    <ns1:cubicBezTo>
                      <ns1:pt x="723" y="293"/>
                      <ns1:pt x="757" y="256"/>
                      <ns1:pt x="803" y="229"/>
                    </ns1:cubicBezTo>
                    <ns1:cubicBezTo>
                      <ns1:pt x="846" y="203"/>
                      <ns1:pt x="895" y="189"/>
                      <ns1:pt x="948" y="189"/>
                    </ns1:cubicBezTo>
                    <ns1:cubicBezTo>
                      <ns1:pt x="1006" y="189"/>
                      <ns1:pt x="1052" y="204"/>
                      <ns1:pt x="1086" y="234"/>
                    </ns1:cubicBezTo>
                    <ns1:cubicBezTo>
                      <ns1:pt x="1121" y="264"/>
                      <ns1:pt x="1138" y="303"/>
                      <ns1:pt x="1144" y="352"/>
                    </ns1:cubicBezTo>
                    <ns1:lnTo>
                      <ns1:pt x="1019" y="367"/>
                    </ns1:lnTo>
                    <ns1:cubicBezTo>
                      <ns1:pt x="1015" y="338"/>
                      <ns1:pt x="1006" y="319"/>
                      <ns1:pt x="994" y="307"/>
                    </ns1:cubicBezTo>
                    <ns1:cubicBezTo>
                      <ns1:pt x="980" y="294"/>
                      <ns1:pt x="962" y="287"/>
                      <ns1:pt x="941" y="287"/>
                    </ns1:cubicBezTo>
                    <ns1:cubicBezTo>
                      <ns1:pt x="916" y="287"/>
                      <ns1:pt x="892" y="298"/>
                      <ns1:pt x="870" y="315"/>
                    </ns1:cubicBezTo>
                    <ns1:cubicBezTo>
                      <ns1:pt x="848" y="335"/>
                      <ns1:pt x="832" y="363"/>
                      <ns1:pt x="819" y="400"/>
                    </ns1:cubicBezTo>
                    <ns1:cubicBezTo>
                      <ns1:pt x="808" y="437"/>
                      <ns1:pt x="803" y="474"/>
                      <ns1:pt x="803" y="506"/>
                    </ns1:cubicBezTo>
                    <ns1:cubicBezTo>
                      <ns1:pt x="803" y="534"/>
                      <ns1:pt x="810" y="557"/>
                      <ns1:pt x="823" y="573"/>
                    </ns1:cubicBezTo>
                    <ns1:cubicBezTo>
                      <ns1:pt x="837" y="589"/>
                      <ns1:pt x="855" y="595"/>
                      <ns1:pt x="876" y="595"/>
                    </ns1:cubicBezTo>
                    <ns1:cubicBezTo>
                      <ns1:pt x="897" y="595"/>
                      <ns1:pt x="918" y="587"/>
                      <ns1:pt x="937" y="573"/>
                    </ns1:cubicBezTo>
                    <ns1:cubicBezTo>
                      <ns1:pt x="953" y="557"/>
                      <ns1:pt x="967" y="534"/>
                      <ns1:pt x="980" y="504"/>
                    </ns1:cubicBezTo>
                    <ns1:close/>
                    <ns1:moveTo>
                      <ns1:pt x="1606" y="485"/>
                    </ns1:moveTo>
                    <ns1:lnTo>
                      <ns1:pt x="1274" y="485"/>
                    </ns1:lnTo>
                    <ns1:cubicBezTo>
                      <ns1:pt x="1274" y="490"/>
                      <ns1:pt x="1274" y="494"/>
                      <ns1:pt x="1274" y="497"/>
                    </ns1:cubicBezTo>
                    <ns1:cubicBezTo>
                      <ns1:pt x="1274" y="529"/>
                      <ns1:pt x="1283" y="555"/>
                      <ns1:pt x="1302" y="575"/>
                    </ns1:cubicBezTo>
                    <ns1:cubicBezTo>
                      <ns1:pt x="1322" y="595"/>
                      <ns1:pt x="1343" y="604"/>
                      <ns1:pt x="1371" y="604"/>
                    </ns1:cubicBezTo>
                    <ns1:cubicBezTo>
                      <ns1:pt x="1415" y="604"/>
                      <ns1:pt x="1449" y="582"/>
                      <ns1:pt x="1473" y="536"/>
                    </ns1:cubicBezTo>
                    <ns1:lnTo>
                      <ns1:pt x="1592" y="555"/>
                    </ns1:lnTo>
                    <ns1:cubicBezTo>
                      <ns1:pt x="1569" y="602"/>
                      <ns1:pt x="1539" y="638"/>
                      <ns1:pt x="1500" y="662"/>
                    </ns1:cubicBezTo>
                    <ns1:cubicBezTo>
                      <ns1:pt x="1461" y="687"/>
                      <ns1:pt x="1419" y="697"/>
                      <ns1:pt x="1371" y="697"/>
                    </ns1:cubicBezTo>
                    <ns1:cubicBezTo>
                      <ns1:pt x="1306" y="697"/>
                      <ns1:pt x="1251" y="676"/>
                      <ns1:pt x="1211" y="635"/>
                    </ns1:cubicBezTo>
                    <ns1:cubicBezTo>
                      <ns1:pt x="1170" y="594"/>
                      <ns1:pt x="1149" y="539"/>
                      <ns1:pt x="1149" y="471"/>
                    </ns1:cubicBezTo>
                    <ns1:cubicBezTo>
                      <ns1:pt x="1149" y="404"/>
                      <ns1:pt x="1168" y="344"/>
                      <ns1:pt x="1205" y="291"/>
                    </ns1:cubicBezTo>
                    <ns1:cubicBezTo>
                      <ns1:pt x="1257" y="220"/>
                      <ns1:pt x="1329" y="185"/>
                      <ns1:pt x="1422" y="185"/>
                    </ns1:cubicBezTo>
                    <ns1:cubicBezTo>
                      <ns1:pt x="1482" y="185"/>
                      <ns1:pt x="1530" y="203"/>
                      <ns1:pt x="1565" y="240"/>
                    </ns1:cubicBezTo>
                    <ns1:cubicBezTo>
                      <ns1:pt x="1600" y="277"/>
                      <ns1:pt x="1618" y="330"/>
                      <ns1:pt x="1618" y="395"/>
                    </ns1:cubicBezTo>
                    <ns1:cubicBezTo>
                      <ns1:pt x="1616" y="430"/>
                      <ns1:pt x="1613" y="460"/>
                      <ns1:pt x="1606" y="485"/>
                    </ns1:cubicBezTo>
                    <ns1:close/>
                    <ns1:moveTo>
                      <ns1:pt x="1495" y="404"/>
                    </ns1:moveTo>
                    <ns1:cubicBezTo>
                      <ns1:pt x="1495" y="398"/>
                      <ns1:pt x="1495" y="393"/>
                      <ns1:pt x="1495" y="389"/>
                    </ns1:cubicBezTo>
                    <ns1:cubicBezTo>
                      <ns1:pt x="1495" y="354"/>
                      <ns1:pt x="1488" y="326"/>
                      <ns1:pt x="1470" y="308"/>
                    </ns1:cubicBezTo>
                    <ns1:cubicBezTo>
                      <ns1:pt x="1454" y="291"/>
                      <ns1:pt x="1431" y="280"/>
                      <ns1:pt x="1405" y="280"/>
                    </ns1:cubicBezTo>
                    <ns1:cubicBezTo>
                      <ns1:pt x="1376" y="280"/>
                      <ns1:pt x="1354" y="291"/>
                      <ns1:pt x="1331" y="310"/>
                    </ns1:cubicBezTo>
                    <ns1:cubicBezTo>
                      <ns1:pt x="1309" y="331"/>
                      <ns1:pt x="1295" y="361"/>
                      <ns1:pt x="1287" y="402"/>
                    </ns1:cubicBezTo>
                    <ns1:lnTo>
                      <ns1:pt x="1495" y="402"/>
                    </ns1:lnTo>
                    <ns1:lnTo>
                      <ns1:pt x="1495" y="404"/>
                    </ns1:lnTo>
                    <ns1:close/>
                    <ns1:moveTo>
                      <ns1:pt x="1800" y="338"/>
                    </ns1:moveTo>
                    <ns1:lnTo>
                      <ns1:pt x="1671" y="328"/>
                    </ns1:lnTo>
                    <ns1:cubicBezTo>
                      <ns1:pt x="1685" y="284"/>
                      <ns1:pt x="1711" y="250"/>
                      <ns1:pt x="1748" y="226"/>
                    </ns1:cubicBezTo>
                    <ns1:cubicBezTo>
                      <ns1:pt x="1785" y="201"/>
                      <ns1:pt x="1835" y="189"/>
                      <ns1:pt x="1895" y="189"/>
                    </ns1:cubicBezTo>
                    <ns1:cubicBezTo>
                      <ns1:pt x="1958" y="189"/>
                      <ns1:pt x="2004" y="201"/>
                      <ns1:pt x="2034" y="227"/>
                    </ns1:cubicBezTo>
                    <ns1:cubicBezTo>
                      <ns1:pt x="2064" y="252"/>
                      <ns1:pt x="2080" y="284"/>
                      <ns1:pt x="2080" y="321"/>
                    </ns1:cubicBezTo>
                    <ns1:cubicBezTo>
                      <ns1:pt x="2080" y="335"/>
                      <ns1:pt x="2078" y="351"/>
                      <ns1:pt x="2076" y="367"/>
                    </ns1:cubicBezTo>
                    <ns1:cubicBezTo>
                      <ns1:pt x="2075" y="382"/>
                      <ns1:pt x="2064" y="427"/>
                      <ns1:pt x="2048" y="497"/>
                    </ns1:cubicBezTo>
                    <ns1:cubicBezTo>
                      <ns1:pt x="2036" y="555"/>
                      <ns1:pt x="2029" y="595"/>
                      <ns1:pt x="2029" y="619"/>
                    </ns1:cubicBezTo>
                    <ns1:cubicBezTo>
                      <ns1:pt x="2029" y="641"/>
                      <ns1:pt x="2032" y="664"/>
                      <ns1:pt x="2039" y="690"/>
                    </ns1:cubicBezTo>
                    <ns1:lnTo>
                      <ns1:pt x="1911" y="690"/>
                    </ns1:lnTo>
                    <ns1:cubicBezTo>
                      <ns1:pt x="1905" y="672"/>
                      <ns1:pt x="1902" y="653"/>
                      <ns1:pt x="1900" y="634"/>
                    </ns1:cubicBezTo>
                    <ns1:cubicBezTo>
                      <ns1:pt x="1881" y="655"/>
                      <ns1:pt x="1858" y="672"/>
                      <ns1:pt x="1833" y="683"/>
                    </ns1:cubicBezTo>
                    <ns1:cubicBezTo>
                      <ns1:pt x="1808" y="695"/>
                      <ns1:pt x="1782" y="701"/>
                      <ns1:pt x="1757" y="701"/>
                    </ns1:cubicBezTo>
                    <ns1:cubicBezTo>
                      <ns1:pt x="1717" y="701"/>
                      <ns1:pt x="1684" y="689"/>
                      <ns1:pt x="1657" y="662"/>
                    </ns1:cubicBezTo>
                    <ns1:cubicBezTo>
                      <ns1:pt x="1631" y="636"/>
                      <ns1:pt x="1618" y="600"/>
                      <ns1:pt x="1618" y="561"/>
                    </ns1:cubicBezTo>
                    <ns1:cubicBezTo>
                      <ns1:pt x="1618" y="513"/>
                      <ns1:pt x="1632" y="476"/>
                      <ns1:pt x="1662" y="448"/>
                    </ns1:cubicBezTo>
                    <ns1:cubicBezTo>
                      <ns1:pt x="1692" y="419"/>
                      <ns1:pt x="1743" y="404"/>
                      <ns1:pt x="1817" y="397"/>
                    </ns1:cubicBezTo>
                    <ns1:cubicBezTo>
                      <ns1:pt x="1881" y="391"/>
                      <ns1:pt x="1923" y="386"/>
                      <ns1:pt x="1942" y="377"/>
                    </ns1:cubicBezTo>
                    <ns1:cubicBezTo>
                      <ns1:pt x="1948" y="360"/>
                      <ns1:pt x="1951" y="344"/>
                      <ns1:pt x="1951" y="333"/>
                    </ns1:cubicBezTo>
                    <ns1:cubicBezTo>
                      <ns1:pt x="1951" y="319"/>
                      <ns1:pt x="1946" y="307"/>
                      <ns1:pt x="1934" y="298"/>
                    </ns1:cubicBezTo>
                    <ns1:cubicBezTo>
                      <ns1:pt x="1923" y="289"/>
                      <ns1:pt x="1905" y="284"/>
                      <ns1:pt x="1882" y="284"/>
                    </ns1:cubicBezTo>
                    <ns1:cubicBezTo>
                      <ns1:pt x="1860" y="284"/>
                      <ns1:pt x="1840" y="289"/>
                      <ns1:pt x="1826" y="298"/>
                    </ns1:cubicBezTo>
                    <ns1:cubicBezTo>
                      <ns1:pt x="1814" y="307"/>
                      <ns1:pt x="1805" y="321"/>
                      <ns1:pt x="1800" y="338"/>
                    </ns1:cubicBezTo>
                    <ns1:close/>
                    <ns1:moveTo>
                      <ns1:pt x="1925" y="460"/>
                    </ns1:moveTo>
                    <ns1:cubicBezTo>
                      <ns1:pt x="1916" y="462"/>
                      <ns1:pt x="1905" y="464"/>
                      <ns1:pt x="1893" y="467"/>
                    </ns1:cubicBezTo>
                    <ns1:cubicBezTo>
                      <ns1:pt x="1826" y="474"/>
                      <ns1:pt x="1784" y="486"/>
                      <ns1:pt x="1763" y="502"/>
                    </ns1:cubicBezTo>
                    <ns1:cubicBezTo>
                      <ns1:pt x="1748" y="513"/>
                      <ns1:pt x="1741" y="529"/>
                      <ns1:pt x="1741" y="546"/>
                    </ns1:cubicBezTo>
                    <ns1:cubicBezTo>
                      <ns1:pt x="1741" y="562"/>
                      <ns1:pt x="1747" y="574"/>
                      <ns1:pt x="1757" y="585"/>
                    </ns1:cubicBezTo>
                    <ns1:cubicBezTo>
                      <ns1:pt x="1768" y="595"/>
                      <ns1:pt x="1784" y="600"/>
                      <ns1:pt x="1801" y="600"/>
                    </ns1:cubicBezTo>
                    <ns1:cubicBezTo>
                      <ns1:pt x="1821" y="600"/>
                      <ns1:pt x="1840" y="595"/>
                      <ns1:pt x="1858" y="587"/>
                    </ns1:cubicBezTo>
                    <ns1:cubicBezTo>
                      <ns1:pt x="1875" y="576"/>
                      <ns1:pt x="1890" y="564"/>
                      <ns1:pt x="1897" y="550"/>
                    </ns1:cubicBezTo>
                    <ns1:cubicBezTo>
                      <ns1:pt x="1905" y="534"/>
                      <ns1:pt x="1912" y="511"/>
                      <ns1:pt x="1919" y="479"/>
                    </ns1:cubicBezTo>
                    <ns1:lnTo>
                      <ns1:pt x="1925" y="460"/>
                    </ns1:lnTo>
                    <ns1:close/>
                    <ns1:moveTo>
                      <ns1:pt x="2200" y="199"/>
                    </ns1:moveTo>
                    <ns1:lnTo>
                      <ns1:pt x="2325" y="199"/>
                    </ns1:lnTo>
                    <ns1:lnTo>
                      <ns1:pt x="2311" y="263"/>
                    </ns1:lnTo>
                    <ns1:cubicBezTo>
                      <ns1:pt x="2343" y="236"/>
                      <ns1:pt x="2371" y="217"/>
                      <ns1:pt x="2399" y="204"/>
                    </ns1:cubicBezTo>
                    <ns1:cubicBezTo>
                      <ns1:pt x="2427" y="194"/>
                      <ns1:pt x="2455" y="187"/>
                      <ns1:pt x="2485" y="187"/>
                    </ns1:cubicBezTo>
                    <ns1:cubicBezTo>
                      <ns1:pt x="2526" y="187"/>
                      <ns1:pt x="2558" y="199"/>
                      <ns1:pt x="2581" y="222"/>
                    </ns1:cubicBezTo>
                    <ns1:cubicBezTo>
                      <ns1:pt x="2604" y="245"/>
                      <ns1:pt x="2616" y="275"/>
                      <ns1:pt x="2616" y="314"/>
                    </ns1:cubicBezTo>
                    <ns1:cubicBezTo>
                      <ns1:pt x="2616" y="331"/>
                      <ns1:pt x="2611" y="363"/>
                      <ns1:pt x="2600" y="411"/>
                    </ns1:cubicBezTo>
                    <ns1:lnTo>
                      <ns1:pt x="2542" y="686"/>
                    </ns1:lnTo>
                    <ns1:lnTo>
                      <ns1:pt x="2410" y="686"/>
                    </ns1:lnTo>
                    <ns1:lnTo>
                      <ns1:pt x="2468" y="409"/>
                    </ns1:lnTo>
                    <ns1:cubicBezTo>
                      <ns1:pt x="2477" y="367"/>
                      <ns1:pt x="2480" y="342"/>
                      <ns1:pt x="2480" y="335"/>
                    </ns1:cubicBezTo>
                    <ns1:cubicBezTo>
                      <ns1:pt x="2480" y="317"/>
                      <ns1:pt x="2475" y="305"/>
                      <ns1:pt x="2466" y="294"/>
                    </ns1:cubicBezTo>
                    <ns1:cubicBezTo>
                      <ns1:pt x="2455" y="285"/>
                      <ns1:pt x="2441" y="280"/>
                      <ns1:pt x="2424" y="280"/>
                    </ns1:cubicBezTo>
                    <ns1:cubicBezTo>
                      <ns1:pt x="2404" y="280"/>
                      <ns1:pt x="2383" y="289"/>
                      <ns1:pt x="2360" y="305"/>
                    </ns1:cubicBezTo>
                    <ns1:cubicBezTo>
                      <ns1:pt x="2336" y="321"/>
                      <ns1:pt x="2318" y="342"/>
                      <ns1:pt x="2304" y="370"/>
                    </ns1:cubicBezTo>
                    <ns1:cubicBezTo>
                      <ns1:pt x="2293" y="389"/>
                      <ns1:pt x="2283" y="428"/>
                      <ns1:pt x="2270" y="486"/>
                    </ns1:cubicBezTo>
                    <ns1:lnTo>
                      <ns1:pt x="2228" y="686"/>
                    </ns1:lnTo>
                    <ns1:lnTo>
                      <ns1:pt x="2096" y="686"/>
                    </ns1:lnTo>
                    <ns1:lnTo>
                      <ns1:pt x="2200" y="199"/>
                    </ns1:lnTo>
                    <ns1:close/>
                    <ns1:moveTo>
                      <ns1:pt x="2651" y="469"/>
                    </ns1:moveTo>
                    <ns1:lnTo>
                      <ns1:pt x="2783" y="462"/>
                    </ns1:lnTo>
                    <ns1:cubicBezTo>
                      <ns1:pt x="2785" y="504"/>
                      <ns1:pt x="2792" y="532"/>
                      <ns1:pt x="2805" y="546"/>
                    </ns1:cubicBezTo>
                    <ns1:cubicBezTo>
                      <ns1:pt x="2826" y="571"/>
                      <ns1:pt x="2863" y="583"/>
                      <ns1:pt x="2917" y="583"/>
                    </ns1:cubicBezTo>
                    <ns1:cubicBezTo>
                      <ns1:pt x="2963" y="583"/>
                      <ns1:pt x="2995" y="575"/>
                      <ns1:pt x="3016" y="559"/>
                    </ns1:cubicBezTo>
                    <ns1:cubicBezTo>
                      <ns1:pt x="3037" y="543"/>
                      <ns1:pt x="3046" y="522"/>
                      <ns1:pt x="3046" y="499"/>
                    </ns1:cubicBezTo>
                    <ns1:cubicBezTo>
                      <ns1:pt x="3046" y="479"/>
                      <ns1:pt x="3037" y="462"/>
                      <ns1:pt x="3021" y="448"/>
                    </ns1:cubicBezTo>
                    <ns1:cubicBezTo>
                      <ns1:pt x="3009" y="437"/>
                      <ns1:pt x="2977" y="421"/>
                      <ns1:pt x="2924" y="398"/>
                    </ns1:cubicBezTo>
                    <ns1:cubicBezTo>
                      <ns1:pt x="2872" y="375"/>
                      <ns1:pt x="2835" y="356"/>
                      <ns1:pt x="2810" y="342"/>
                    </ns1:cubicBezTo>
                    <ns1:cubicBezTo>
                      <ns1:pt x="2785" y="326"/>
                      <ns1:pt x="2766" y="307"/>
                      <ns1:pt x="2753" y="282"/>
                    </ns1:cubicBezTo>
                    <ns1:cubicBezTo>
                      <ns1:pt x="2739" y="257"/>
                      <ns1:pt x="2732" y="229"/>
                      <ns1:pt x="2732" y="197"/>
                    </ns1:cubicBezTo>
                    <ns1:cubicBezTo>
                      <ns1:pt x="2732" y="141"/>
                      <ns1:pt x="2753" y="93"/>
                      <ns1:pt x="2794" y="56"/>
                    </ns1:cubicBezTo>
                    <ns1:cubicBezTo>
                      <ns1:pt x="2835" y="19"/>
                      <ns1:pt x="2894" y="0"/>
                      <ns1:pt x="2972" y="0"/>
                    </ns1:cubicBezTo>
                    <ns1:cubicBezTo>
                      <ns1:pt x="3051" y="0"/>
                      <ns1:pt x="3113" y="19"/>
                      <ns1:pt x="3155" y="56"/>
                    </ns1:cubicBezTo>
                    <ns1:cubicBezTo>
                      <ns1:pt x="3199" y="93"/>
                      <ns1:pt x="3222" y="143"/>
                      <ns1:pt x="3228" y="204"/>
                    </ns1:cubicBezTo>
                    <ns1:lnTo>
                      <ns1:pt x="3094" y="210"/>
                    </ns1:lnTo>
                    <ns1:cubicBezTo>
                      <ns1:pt x="3090" y="178"/>
                      <ns1:pt x="3078" y="153"/>
                      <ns1:pt x="3058" y="136"/>
                    </ns1:cubicBezTo>
                    <ns1:cubicBezTo>
                      <ns1:pt x="3039" y="118"/>
                      <ns1:pt x="3009" y="109"/>
                      <ns1:pt x="2970" y="109"/>
                    </ns1:cubicBezTo>
                    <ns1:cubicBezTo>
                      <ns1:pt x="2931" y="109"/>
                      <ns1:pt x="2905" y="116"/>
                      <ns1:pt x="2887" y="129"/>
                    </ns1:cubicBezTo>
                    <ns1:cubicBezTo>
                      <ns1:pt x="2872" y="143"/>
                      <ns1:pt x="2863" y="159"/>
                      <ns1:pt x="2863" y="180"/>
                    </ns1:cubicBezTo>
                    <ns1:cubicBezTo>
                      <ns1:pt x="2863" y="199"/>
                      <ns1:pt x="2870" y="215"/>
                      <ns1:pt x="2886" y="227"/>
                    </ns1:cubicBezTo>
                    <ns1:cubicBezTo>
                      <ns1:pt x="2900" y="240"/>
                      <ns1:pt x="2933" y="257"/>
                      <ns1:pt x="2986" y="280"/>
                    </ns1:cubicBezTo>
                    <ns1:cubicBezTo>
                      <ns1:pt x="3064" y="314"/>
                      <ns1:pt x="3113" y="340"/>
                      <ns1:pt x="3134" y="361"/>
                    </ns1:cubicBezTo>
                    <ns1:cubicBezTo>
                      <ns1:pt x="3166" y="391"/>
                      <ns1:pt x="3182" y="432"/>
                      <ns1:pt x="3182" y="479"/>
                    </ns1:cubicBezTo>
                    <ns1:cubicBezTo>
                      <ns1:pt x="3182" y="539"/>
                      <ns1:pt x="3159" y="590"/>
                      <ns1:pt x="3111" y="632"/>
                    </ns1:cubicBezTo>
                    <ns1:cubicBezTo>
                      <ns1:pt x="3064" y="674"/>
                      <ns1:pt x="2998" y="695"/>
                      <ns1:pt x="2914" y="695"/>
                    </ns1:cubicBezTo>
                    <ns1:cubicBezTo>
                      <ns1:pt x="2856" y="695"/>
                      <ns1:pt x="2806" y="685"/>
                      <ns1:pt x="2762" y="667"/>
                    </ns1:cubicBezTo>
                    <ns1:cubicBezTo>
                      <ns1:pt x="2720" y="648"/>
                      <ns1:pt x="2690" y="619"/>
                      <ns1:pt x="2672" y="587"/>
                    </ns1:cubicBezTo>
                    <ns1:cubicBezTo>
                      <ns1:pt x="2658" y="555"/>
                      <ns1:pt x="2651" y="515"/>
                      <ns1:pt x="2651" y="469"/>
                    </ns1:cubicBezTo>
                    <ns1:close/>
                    <ns1:moveTo>
                      <ns1:pt x="3251" y="298"/>
                    </ns1:moveTo>
                    <ns1:lnTo>
                      <ns1:pt x="3270" y="199"/>
                    </ns1:lnTo>
                    <ns1:lnTo>
                      <ns1:pt x="3333" y="199"/>
                    </ns1:lnTo>
                    <ns1:lnTo>
                      <ns1:pt x="3349" y="122"/>
                    </ns1:lnTo>
                    <ns1:lnTo>
                      <ns1:pt x="3501" y="30"/>
                    </ns1:lnTo>
                    <ns1:lnTo>
                      <ns1:pt x="3466" y="199"/>
                    </ns1:lnTo>
                    <ns1:lnTo>
                      <ns1:pt x="3547" y="199"/>
                    </ns1:lnTo>
                    <ns1:lnTo>
                      <ns1:pt x="3526" y="298"/>
                    </ns1:lnTo>
                    <ns1:lnTo>
                      <ns1:pt x="3445" y="298"/>
                    </ns1:lnTo>
                    <ns1:lnTo>
                      <ns1:pt x="3402" y="502"/>
                    </ns1:lnTo>
                    <ns1:cubicBezTo>
                      <ns1:pt x="3395" y="539"/>
                      <ns1:pt x="3390" y="561"/>
                      <ns1:pt x="3390" y="566"/>
                    </ns1:cubicBezTo>
                    <ns1:cubicBezTo>
                      <ns1:pt x="3390" y="576"/>
                      <ns1:pt x="3393" y="583"/>
                      <ns1:pt x="3399" y="590"/>
                    </ns1:cubicBezTo>
                    <ns1:cubicBezTo>
                      <ns1:pt x="3406" y="595"/>
                      <ns1:pt x="3416" y="598"/>
                      <ns1:pt x="3434" y="598"/>
                    </ns1:cubicBezTo>
                    <ns1:cubicBezTo>
                      <ns1:pt x="3439" y="598"/>
                      <ns1:pt x="3455" y="597"/>
                      <ns1:pt x="3478" y="595"/>
                    </ns1:cubicBezTo>
                    <ns1:lnTo>
                      <ns1:pt x="3457" y="693"/>
                    </ns1:lnTo>
                    <ns1:cubicBezTo>
                      <ns1:pt x="3434" y="699"/>
                      <ns1:pt x="3411" y="701"/>
                      <ns1:pt x="3386" y="701"/>
                    </ns1:cubicBezTo>
                    <ns1:cubicBezTo>
                      <ns1:pt x="3341" y="701"/>
                      <ns1:pt x="3305" y="692"/>
                      <ns1:pt x="3284" y="674"/>
                    </ns1:cubicBezTo>
                    <ns1:cubicBezTo>
                      <ns1:pt x="3263" y="656"/>
                      <ns1:pt x="3252" y="632"/>
                      <ns1:pt x="3252" y="600"/>
                    </ns1:cubicBezTo>
                    <ns1:cubicBezTo>
                      <ns1:pt x="3252" y="587"/>
                      <ns1:pt x="3258" y="552"/>
                      <ns1:pt x="3270" y="497"/>
                    </ns1:cubicBezTo>
                    <ns1:lnTo>
                      <ns1:pt x="3311" y="300"/>
                    </ns1:lnTo>
                    <ns1:lnTo>
                      <ns1:pt x="3251" y="300"/>
                    </ns1:lnTo>
                    <ns1:lnTo>
                      <ns1:pt x="3251" y="298"/>
                    </ns1:lnTo>
                    <ns1:close/>
                    <ns1:moveTo>
                      <ns1:pt x="3508" y="485"/>
                    </ns1:moveTo>
                    <ns1:cubicBezTo>
                      <ns1:pt x="3508" y="523"/>
                      <ns1:pt x="3517" y="561"/>
                      <ns1:pt x="3534" y="592"/>
                    </ns1:cubicBezTo>
                    <ns1:cubicBezTo>
                      <ns1:pt x="3552" y="625"/>
                      <ns1:pt x="3579" y="652"/>
                      <ns1:pt x="3614" y="669"/>
                    </ns1:cubicBezTo>
                    <ns1:cubicBezTo>
                      <ns1:pt x="3649" y="687"/>
                      <ns1:pt x="3690" y="697"/>
                      <ns1:pt x="3737" y="697"/>
                    </ns1:cubicBezTo>
                    <ns1:cubicBezTo>
                      <ns1:pt x="3822" y="697"/>
                      <ns1:pt x="3891" y="669"/>
                      <ns1:pt x="3942" y="611"/>
                    </ns1:cubicBezTo>
                    <ns1:cubicBezTo>
                      <ns1:pt x="3993" y="553"/>
                      <ns1:pt x="4018" y="486"/>
                      <ns1:pt x="4018" y="407"/>
                    </ns1:cubicBezTo>
                    <ns1:cubicBezTo>
                      <ns1:pt x="4018" y="340"/>
                      <ns1:pt x="3996" y="285"/>
                      <ns1:pt x="3956" y="247"/>
                    </ns1:cubicBezTo>
                    <ns1:cubicBezTo>
                      <ns1:pt x="3915" y="206"/>
                      <ns1:pt x="3859" y="187"/>
                      <ns1:pt x="3787" y="187"/>
                    </ns1:cubicBezTo>
                    <ns1:cubicBezTo>
                      <ns1:pt x="3704" y="187"/>
                      <ns1:pt x="3637" y="213"/>
                      <ns1:pt x="3584" y="268"/>
                    </ns1:cubicBezTo>
                    <ns1:cubicBezTo>
                      <ns1:pt x="3534" y="322"/>
                      <ns1:pt x="3508" y="395"/>
                      <ns1:pt x="3508" y="485"/>
                    </ns1:cubicBezTo>
                    <ns1:close/>
                    <ns1:moveTo>
                      <ns1:pt x="3885" y="391"/>
                    </ns1:moveTo>
                    <ns1:cubicBezTo>
                      <ns1:pt x="3885" y="455"/>
                      <ns1:pt x="3868" y="508"/>
                      <ns1:pt x="3832" y="552"/>
                    </ns1:cubicBezTo>
                    <ns1:cubicBezTo>
                      <ns1:pt x="3808" y="583"/>
                      <ns1:pt x="3778" y="597"/>
                      <ns1:pt x="3741" y="597"/>
                    </ns1:cubicBezTo>
                    <ns1:cubicBezTo>
                      <ns1:pt x="3713" y="597"/>
                      <ns1:pt x="3688" y="587"/>
                      <ns1:pt x="3668" y="566"/>
                    </ns1:cubicBezTo>
                    <ns1:cubicBezTo>
                      <ns1:pt x="3649" y="546"/>
                      <ns1:pt x="3640" y="518"/>
                      <ns1:pt x="3640" y="483"/>
                    </ns1:cubicBezTo>
                    <ns1:cubicBezTo>
                      <ns1:pt x="3640" y="455"/>
                      <ns1:pt x="3647" y="425"/>
                      <ns1:pt x="3658" y="391"/>
                    </ns1:cubicBezTo>
                    <ns1:cubicBezTo>
                      <ns1:pt x="3670" y="358"/>
                      <ns1:pt x="3688" y="331"/>
                      <ns1:pt x="3709" y="314"/>
                    </ns1:cubicBezTo>
                    <ns1:cubicBezTo>
                      <ns1:pt x="3730" y="296"/>
                      <ns1:pt x="3757" y="287"/>
                      <ns1:pt x="3785" y="287"/>
                    </ns1:cubicBezTo>
                    <ns1:cubicBezTo>
                      <ns1:pt x="3813" y="287"/>
                      <ns1:pt x="3838" y="296"/>
                      <ns1:pt x="3855" y="315"/>
                    </ns1:cubicBezTo>
                    <ns1:cubicBezTo>
                      <ns1:pt x="3877" y="335"/>
                      <ns1:pt x="3885" y="360"/>
                      <ns1:pt x="3885" y="391"/>
                    </ns1:cubicBezTo>
                    <ns1:close/>
                    <ns1:moveTo>
                      <ns1:pt x="4118" y="199"/>
                    </ns1:moveTo>
                    <ns1:lnTo>
                      <ns1:pt x="4241" y="199"/>
                    </ns1:lnTo>
                    <ns1:lnTo>
                      <ns1:pt x="4222" y="294"/>
                    </ns1:lnTo>
                    <ns1:cubicBezTo>
                      <ns1:pt x="4268" y="224"/>
                      <ns1:pt x="4317" y="189"/>
                      <ns1:pt x="4372" y="189"/>
                    </ns1:cubicBezTo>
                    <ns1:cubicBezTo>
                      <ns1:pt x="4391" y="189"/>
                      <ns1:pt x="4411" y="194"/>
                      <ns1:pt x="4434" y="203"/>
                    </ns1:cubicBezTo>
                    <ns1:lnTo>
                      <ns1:pt x="4383" y="310"/>
                    </ns1:lnTo>
                    <ns1:cubicBezTo>
                      <ns1:pt x="4370" y="307"/>
                      <ns1:pt x="4358" y="303"/>
                      <ns1:pt x="4344" y="303"/>
                    </ns1:cubicBezTo>
                    <ns1:cubicBezTo>
                      <ns1:pt x="4321" y="303"/>
                      <ns1:pt x="4298" y="312"/>
                      <ns1:pt x="4275" y="330"/>
                    </ns1:cubicBezTo>
                    <ns1:cubicBezTo>
                      <ns1:pt x="4252" y="347"/>
                      <ns1:pt x="4233" y="370"/>
                      <ns1:pt x="4220" y="398"/>
                    </ns1:cubicBezTo>
                    <ns1:cubicBezTo>
                      <ns1:pt x="4206" y="427"/>
                      <ns1:pt x="4194" y="472"/>
                      <ns1:pt x="4182" y="534"/>
                    </ns1:cubicBezTo>
                    <ns1:lnTo>
                      <ns1:pt x="4150" y="686"/>
                    </ns1:lnTo>
                    <ns1:lnTo>
                      <ns1:pt x="4018" y="686"/>
                    </ns1:lnTo>
                    <ns1:lnTo>
                      <ns1:pt x="4118" y="199"/>
                    </ns1:lnTo>
                    <ns1:close/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</ns0:grpSp>
      <ns0:grpSp>
        <ns0:nvGrpSpPr>
          <ns0:cNvPr id="172" name="组合 171">
            <ns1:extLst>
              <ns1:ext uri="{FF2B5EF4-FFF2-40B4-BE49-F238E27FC236}">
                <ns2:creationId id="{32939D54-81F1-4CB8-A3E4-7855213E64DA}"/>
              </ns1:ext>
            </ns1:extLst>
          </ns0:cNvPr>
          <ns0:cNvGrpSpPr/>
          <ns0:nvPr/>
        </ns0:nvGrpSpPr>
        <ns0:grpSpPr>
          <ns1:xfrm>
            <ns1:off x="1234392" y="5048227"/>
            <ns1:ext cx="1009240" cy="386719"/>
            <ns1:chOff x="4712798" y="5080570"/>
            <ns1:chExt cx="1009240" cy="386719"/>
          </ns1:xfrm>
        </ns0:grpSpPr>
        <ns0:sp>
          <ns0:nvSpPr>
            <ns0:cNvPr id="174" name="任意多边形 3587">
              <ns1:extLst>
                <ns1:ext uri="{FF2B5EF4-FFF2-40B4-BE49-F238E27FC236}">
                  <ns2:creationId id="{EEBAF932-0D55-456D-8DF0-1616FAD3A648}"/>
                </ns1:ext>
              </ns1:extLst>
            </ns0:cNvPr>
            <ns0:cNvSpPr/>
            <ns0:nvPr/>
          </ns0:nvSpPr>
          <ns0:spPr>
            <ns1:xfrm>
              <ns1:off x="4712798" y="5080570"/>
              <ns1:ext cx="1009240" cy="386719"/>
            </ns1:xfrm>
            <ns1:custGeom>
              <ns1:avLst/>
              <ns1:gdLst/>
              <ns1:ahLst/>
              <ns1:cxnLst>
                <ns1:cxn ang="0">
                  <ns1:pos x="847153" y="70716"/>
                </ns1:cxn>
                <ns1:cxn ang="0">
                  <ns1:pos x="846793" y="69994"/>
                </ns1:cxn>
                <ns1:cxn ang="0">
                  <ns1:pos x="848952" y="70716"/>
                </ns1:cxn>
                <ns1:cxn ang="0">
                  <ns1:pos x="745307" y="44378"/>
                </ns1:cxn>
                <ns1:cxn ang="0">
                  <ns1:pos x="222405" y="0"/>
                </ns1:cxn>
                <ns1:cxn ang="0">
                  <ns1:pos x="35268" y="44378"/>
                </ns1:cxn>
                <ns1:cxn ang="0">
                  <ns1:pos x="0" y="69634"/>
                </ns1:cxn>
                <ns1:cxn ang="0">
                  <ns1:pos x="505269" y="299100"/>
                </ns1:cxn>
                <ns1:cxn ang="0">
                  <ns1:pos x="576884" y="287554"/>
                </ns1:cxn>
                <ns1:cxn ang="0">
                  <ns1:pos x="504549" y="277452"/>
                </ns1:cxn>
                <ns1:cxn ang="0">
                  <ns1:pos x="80613" y="241373"/>
                </ns1:cxn>
                <ns1:cxn ang="0">
                  <ns1:pos x="766180" y="241733"/>
                </ns1:cxn>
                <ns1:cxn ang="0">
                  <ns1:pos x="687727" y="277813"/>
                </ns1:cxn>
                <ns1:cxn ang="0">
                  <ns1:pos x="615391" y="287915"/>
                </ns1:cxn>
                <ns1:cxn ang="0">
                  <ns1:pos x="687007" y="299821"/>
                </ns1:cxn>
                <ns1:cxn ang="0">
                  <ns1:pos x="846793" y="70355"/>
                </ns1:cxn>
                <ns1:cxn ang="0">
                  <ns1:pos x="781655" y="96333"/>
                </ns1:cxn>
                <ns1:cxn ang="0">
                  <ns1:pos x="827719" y="166688"/>
                </ns1:cxn>
                <ns1:cxn ang="0">
                  <ns1:pos x="781655" y="96333"/>
                </ns1:cxn>
                <ns1:cxn ang="0">
                  <ns1:pos x="646341" y="15153"/>
                </ns1:cxn>
                <ns1:cxn ang="0">
                  <ns1:pos x="166264" y="44739"/>
                </ns1:cxn>
                <ns1:cxn ang="0">
                  <ns1:pos x="40666" y="58449"/>
                </ns1:cxn>
                <ns1:cxn ang="0">
                  <ns1:pos x="126317" y="58810"/>
                </ns1:cxn>
                <ns1:cxn ang="0">
                  <ns1:pos x="743148" y="58449"/>
                </ns1:cxn>
                <ns1:cxn ang="0">
                  <ns1:pos x="744947" y="58449"/>
                </ns1:cxn>
                <ns1:cxn ang="0">
                  <ns1:pos x="824840" y="69994"/>
                </ns1:cxn>
                <ns1:cxn ang="0">
                  <ns1:pos x="40666" y="58449"/>
                </ns1:cxn>
                <ns1:cxn ang="0">
                  <ns1:pos x="68737" y="120506"/>
                </ns1:cxn>
                <ns1:cxn ang="0">
                  <ns1:pos x="22672" y="193026"/>
                </ns1:cxn>
                <ns1:cxn ang="0">
                  <ns1:pos x="22672" y="198077"/>
                </ns1:cxn>
                <ns1:cxn ang="0">
                  <ns1:pos x="68737" y="239569"/>
                </ns1:cxn>
                <ns1:cxn ang="0">
                  <ns1:pos x="22672" y="198077"/>
                </ns1:cxn>
                <ns1:cxn ang="0">
                  <ns1:pos x="22672" y="115094"/>
                </ns1:cxn>
                <ns1:cxn ang="0">
                  <ns1:pos x="68737" y="90921"/>
                </ns1:cxn>
                <ns1:cxn ang="0">
                  <ns1:pos x="22672" y="277813"/>
                </ns1:cxn>
                <ns1:cxn ang="0">
                  <ns1:pos x="68737" y="244620"/>
                </ns1:cxn>
                <ns1:cxn ang="0">
                  <ns1:pos x="22672" y="277813"/>
                </ns1:cxn>
                <ns1:cxn ang="0">
                  <ns1:pos x="82772" y="220446"/>
                </ns1:cxn>
                <ns1:cxn ang="0">
                  <ns1:pos x="767620" y="91281"/>
                </ns1:cxn>
                <ns1:cxn ang="0">
                  <ns1:pos x="434013" y="190861"/>
                </ns1:cxn>
                <ns1:cxn ang="0">
                  <ns1:pos x="781655" y="173904"/>
                </ns1:cxn>
                <ns1:cxn ang="0">
                  <ns1:pos x="827719" y="277813"/>
                </ns1:cxn>
              </ns1:cxnLst>
              <ns1:rect l="0" t="0" r="0" b="0"/>
              <ns1:pathLst>
                <ns1:path w="2360" h="902">
                  <ns1:moveTo>
                    <ns1:pt x="2359" y="196"/>
                  </ns1:moveTo>
                  <ns1:lnTo>
                    <ns1:pt x="2354" y="196"/>
                  </ns1:lnTo>
                  <ns1:lnTo>
                    <ns1:pt x="2353" y="195"/>
                  </ns1:lnTo>
                  <ns1:lnTo>
                    <ns1:pt x="2353" y="194"/>
                  </ns1:lnTo>
                  <ns1:lnTo>
                    <ns1:pt x="2359" y="194"/>
                  </ns1:lnTo>
                  <ns1:lnTo>
                    <ns1:pt x="2359" y="196"/>
                  </ns1:lnTo>
                  <ns1:close/>
                  <ns1:moveTo>
                    <ns1:pt x="2258" y="123"/>
                  </ns1:moveTo>
                  <ns1:lnTo>
                    <ns1:pt x="2071" y="123"/>
                  </ns1:lnTo>
                  <ns1:lnTo>
                    <ns1:pt x="1822" y="1"/>
                  </ns1:lnTo>
                  <ns1:lnTo>
                    <ns1:pt x="618" y="0"/>
                  </ns1:lnTo>
                  <ns1:lnTo>
                    <ns1:pt x="345" y="123"/>
                  </ns1:lnTo>
                  <ns1:lnTo>
                    <ns1:pt x="98" y="123"/>
                  </ns1:lnTo>
                  <ns1:lnTo>
                    <ns1:pt x="1" y="193"/>
                  </ns1:lnTo>
                  <ns1:lnTo>
                    <ns1:pt x="0" y="193"/>
                  </ns1:lnTo>
                  <ns1:lnTo>
                    <ns1:pt x="0" y="829"/>
                  </ns1:lnTo>
                  <ns1:lnTo>
                    <ns1:pt x="1404" y="829"/>
                  </ns1:lnTo>
                  <ns1:cubicBezTo>
                    <ns1:pt x="1418" y="870"/>
                    <ns1:pt x="1455" y="899"/>
                    <ns1:pt x="1500" y="899"/>
                  </ns1:cubicBezTo>
                  <ns1:cubicBezTo>
                    <ns1:pt x="1558" y="899"/>
                    <ns1:pt x="1603" y="854"/>
                    <ns1:pt x="1603" y="797"/>
                  </ns1:cubicBezTo>
                  <ns1:cubicBezTo>
                    <ns1:pt x="1603" y="739"/>
                    <ns1:pt x="1558" y="694"/>
                    <ns1:pt x="1500" y="694"/>
                  </ns1:cubicBezTo>
                  <ns1:cubicBezTo>
                    <ns1:pt x="1453" y="694"/>
                    <ns1:pt x="1414" y="725"/>
                    <ns1:pt x="1402" y="769"/>
                  </ns1:cubicBezTo>
                  <ns1:lnTo>
                    <ns1:pt x="224" y="769"/>
                  </ns1:lnTo>
                  <ns1:lnTo>
                    <ns1:pt x="224" y="669"/>
                  </ns1:lnTo>
                  <ns1:cubicBezTo>
                    <ns1:pt x="347" y="647"/>
                    <ns1:pt x="571" y="586"/>
                    <ns1:pt x="1200" y="586"/>
                  </ns1:cubicBezTo>
                  <ns1:cubicBezTo>
                    <ns1:pt x="1846" y="586"/>
                    <ns1:pt x="2032" y="647"/>
                    <ns1:pt x="2129" y="670"/>
                  </ns1:cubicBezTo>
                  <ns1:lnTo>
                    <ns1:pt x="2129" y="770"/>
                  </ns1:lnTo>
                  <ns1:lnTo>
                    <ns1:pt x="1911" y="770"/>
                  </ns1:lnTo>
                  <ns1:cubicBezTo>
                    <ns1:pt x="1898" y="726"/>
                    <ns1:pt x="1860" y="695"/>
                    <ns1:pt x="1813" y="695"/>
                  </ns1:cubicBezTo>
                  <ns1:cubicBezTo>
                    <ns1:pt x="1755" y="695"/>
                    <ns1:pt x="1710" y="740"/>
                    <ns1:pt x="1710" y="798"/>
                  </ns1:cubicBezTo>
                  <ns1:cubicBezTo>
                    <ns1:pt x="1710" y="856"/>
                    <ns1:pt x="1755" y="901"/>
                    <ns1:pt x="1813" y="901"/>
                  </ns1:cubicBezTo>
                  <ns1:cubicBezTo>
                    <ns1:pt x="1858" y="901"/>
                    <ns1:pt x="1897" y="871"/>
                    <ns1:pt x="1909" y="831"/>
                  </ns1:cubicBezTo>
                  <ns1:lnTo>
                    <ns1:pt x="2353" y="831"/>
                  </ns1:lnTo>
                  <ns1:lnTo>
                    <ns1:pt x="2353" y="195"/>
                  </ns1:lnTo>
                  <ns1:lnTo>
                    <ns1:pt x="2258" y="123"/>
                  </ns1:lnTo>
                  <ns1:close/>
                  <ns1:moveTo>
                    <ns1:pt x="2172" y="267"/>
                  </ns1:moveTo>
                  <ns1:lnTo>
                    <ns1:pt x="2300" y="267"/>
                  </ns1:lnTo>
                  <ns1:lnTo>
                    <ns1:pt x="2300" y="462"/>
                  </ns1:lnTo>
                  <ns1:lnTo>
                    <ns1:pt x="2172" y="462"/>
                  </ns1:lnTo>
                  <ns1:lnTo>
                    <ns1:pt x="2172" y="267"/>
                  </ns1:lnTo>
                  <ns1:close/>
                  <ns1:moveTo>
                    <ns1:pt x="647" y="40"/>
                  </ns1:moveTo>
                  <ns1:lnTo>
                    <ns1:pt x="1796" y="42"/>
                  </ns1:lnTo>
                  <ns1:lnTo>
                    <ns1:pt x="1964" y="124"/>
                  </ns1:lnTo>
                  <ns1:lnTo>
                    <ns1:pt x="462" y="124"/>
                  </ns1:lnTo>
                  <ns1:lnTo>
                    <ns1:pt x="647" y="40"/>
                  </ns1:lnTo>
                  <ns1:close/>
                  <ns1:moveTo>
                    <ns1:pt x="113" y="162"/>
                  </ns1:moveTo>
                  <ns1:lnTo>
                    <ns1:pt x="351" y="162"/>
                  </ns1:lnTo>
                  <ns1:lnTo>
                    <ns1:pt x="351" y="163"/>
                  </ns1:lnTo>
                  <ns1:lnTo>
                    <ns1:pt x="356" y="162"/>
                  </ns1:lnTo>
                  <ns1:lnTo>
                    <ns1:pt x="2065" y="162"/>
                  </ns1:lnTo>
                  <ns1:lnTo>
                    <ns1:pt x="2070" y="163"/>
                  </ns1:lnTo>
                  <ns1:lnTo>
                    <ns1:pt x="2070" y="162"/>
                  </ns1:lnTo>
                  <ns1:lnTo>
                    <ns1:pt x="2249" y="162"/>
                  </ns1:lnTo>
                  <ns1:lnTo>
                    <ns1:pt x="2292" y="194"/>
                  </ns1:lnTo>
                  <ns1:lnTo>
                    <ns1:pt x="71" y="194"/>
                  </ns1:lnTo>
                  <ns1:lnTo>
                    <ns1:pt x="113" y="162"/>
                  </ns1:lnTo>
                  <ns1:close/>
                  <ns1:moveTo>
                    <ns1:pt x="63" y="334"/>
                  </ns1:moveTo>
                  <ns1:lnTo>
                    <ns1:pt x="191" y="334"/>
                  </ns1:lnTo>
                  <ns1:lnTo>
                    <ns1:pt x="191" y="535"/>
                  </ns1:lnTo>
                  <ns1:lnTo>
                    <ns1:pt x="63" y="535"/>
                  </ns1:lnTo>
                  <ns1:lnTo>
                    <ns1:pt x="63" y="334"/>
                  </ns1:lnTo>
                  <ns1:close/>
                  <ns1:moveTo>
                    <ns1:pt x="63" y="549"/>
                  </ns1:moveTo>
                  <ns1:lnTo>
                    <ns1:pt x="191" y="549"/>
                  </ns1:lnTo>
                  <ns1:lnTo>
                    <ns1:pt x="191" y="664"/>
                  </ns1:lnTo>
                  <ns1:lnTo>
                    <ns1:pt x="63" y="664"/>
                  </ns1:lnTo>
                  <ns1:lnTo>
                    <ns1:pt x="63" y="549"/>
                  </ns1:lnTo>
                  <ns1:close/>
                  <ns1:moveTo>
                    <ns1:pt x="191" y="319"/>
                  </ns1:moveTo>
                  <ns1:lnTo>
                    <ns1:pt x="63" y="319"/>
                  </ns1:lnTo>
                  <ns1:lnTo>
                    <ns1:pt x="63" y="252"/>
                  </ns1:lnTo>
                  <ns1:lnTo>
                    <ns1:pt x="191" y="252"/>
                  </ns1:lnTo>
                  <ns1:lnTo>
                    <ns1:pt x="191" y="319"/>
                  </ns1:lnTo>
                  <ns1:close/>
                  <ns1:moveTo>
                    <ns1:pt x="63" y="770"/>
                  </ns1:moveTo>
                  <ns1:lnTo>
                    <ns1:pt x="63" y="678"/>
                  </ns1:lnTo>
                  <ns1:lnTo>
                    <ns1:pt x="191" y="678"/>
                  </ns1:lnTo>
                  <ns1:lnTo>
                    <ns1:pt x="191" y="770"/>
                  </ns1:lnTo>
                  <ns1:lnTo>
                    <ns1:pt x="63" y="770"/>
                  </ns1:lnTo>
                  <ns1:close/>
                  <ns1:moveTo>
                    <ns1:pt x="1206" y="529"/>
                  </ns1:moveTo>
                  <ns1:cubicBezTo>
                    <ns1:pt x="588" y="530"/>
                    <ns1:pt x="368" y="582"/>
                    <ns1:pt x="230" y="611"/>
                  </ns1:cubicBezTo>
                  <ns1:lnTo>
                    <ns1:pt x="230" y="253"/>
                  </ns1:lnTo>
                  <ns1:lnTo>
                    <ns1:pt x="2133" y="253"/>
                  </ns1:lnTo>
                  <ns1:lnTo>
                    <ns1:pt x="2133" y="611"/>
                  </ns1:lnTo>
                  <ns1:cubicBezTo>
                    <ns1:pt x="2035" y="574"/>
                    <ns1:pt x="1850" y="527"/>
                    <ns1:pt x="1206" y="529"/>
                  </ns1:cubicBezTo>
                  <ns1:close/>
                  <ns1:moveTo>
                    <ns1:pt x="2172" y="770"/>
                  </ns1:moveTo>
                  <ns1:lnTo>
                    <ns1:pt x="2172" y="482"/>
                  </ns1:lnTo>
                  <ns1:lnTo>
                    <ns1:pt x="2300" y="482"/>
                  </ns1:lnTo>
                  <ns1:lnTo>
                    <ns1:pt x="2300" y="770"/>
                  </ns1:lnTo>
                  <ns1:lnTo>
                    <ns1:pt x="2172" y="770"/>
                  </ns1:lnTo>
                  <ns1:close/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78" name="任意多边形 3595">
              <ns1:extLst>
                <ns1:ext uri="{FF2B5EF4-FFF2-40B4-BE49-F238E27FC236}">
                  <ns2:creationId id="{EEFD5943-ADE5-4D18-8540-14D87452DFE5}"/>
                </ns1:ext>
              </ns1:extLst>
            </ns0:cNvPr>
            <ns0:cNvSpPr/>
            <ns0:nvPr/>
          </ns0:nvSpPr>
          <ns0:spPr>
            <ns1:xfrm>
              <ns1:off x="5654128" y="5220166"/>
              <ns1:ext cx="33956" cy="33956"/>
            </ns1:xfrm>
            <ns1:custGeom>
              <ns1:avLst/>
              <ns1:gdLst/>
              <ns1:ahLst/>
              <ns1:cxnLst>
                <ns1:cxn ang="0">
                  <ns1:pos x="28202" y="13935"/>
                </ns1:cxn>
                <ns1:cxn ang="0">
                  <ns1:pos x="26395" y="21269"/>
                </ns1:cxn>
                <ns1:cxn ang="0">
                  <ns1:pos x="20971" y="26403"/>
                </ns1:cxn>
                <ns1:cxn ang="0">
                  <ns1:pos x="14101" y="28236"/>
                </ns1:cxn>
                <ns1:cxn ang="0">
                  <ns1:pos x="6870" y="26403"/>
                </ns1:cxn>
                <ns1:cxn ang="0">
                  <ns1:pos x="1808" y="21269"/>
                </ns1:cxn>
                <ns1:cxn ang="0">
                  <ns1:pos x="0" y="13935"/>
                </ns1:cxn>
                <ns1:cxn ang="0">
                  <ns1:pos x="1808" y="6967"/>
                </ns1:cxn>
                <ns1:cxn ang="0">
                  <ns1:pos x="6870" y="1834"/>
                </ns1:cxn>
                <ns1:cxn ang="0">
                  <ns1:pos x="14101" y="0"/>
                </ns1:cxn>
                <ns1:cxn ang="0">
                  <ns1:pos x="20971" y="1834"/>
                </ns1:cxn>
                <ns1:cxn ang="0">
                  <ns1:pos x="26395" y="6967"/>
                </ns1:cxn>
                <ns1:cxn ang="0">
                  <ns1:pos x="28202" y="13935"/>
                </ns1:cxn>
              </ns1:cxnLst>
              <ns1:rect l="0" t="0" r="0" b="0"/>
              <ns1:pathLst>
                <ns1:path w="79" h="78">
                  <ns1:moveTo>
                    <ns1:pt x="78" y="38"/>
                  </ns1:moveTo>
                  <ns1:cubicBezTo>
                    <ns1:pt x="78" y="46"/>
                    <ns1:pt x="76" y="52"/>
                    <ns1:pt x="73" y="58"/>
                  </ns1:cubicBezTo>
                  <ns1:cubicBezTo>
                    <ns1:pt x="69" y="64"/>
                    <ns1:pt x="64" y="68"/>
                    <ns1:pt x="58" y="72"/>
                  </ns1:cubicBezTo>
                  <ns1:cubicBezTo>
                    <ns1:pt x="51" y="75"/>
                    <ns1:pt x="46" y="77"/>
                    <ns1:pt x="39" y="77"/>
                  </ns1:cubicBezTo>
                  <ns1:cubicBezTo>
                    <ns1:pt x="32" y="77"/>
                    <ns1:pt x="25" y="75"/>
                    <ns1:pt x="19" y="72"/>
                  </ns1:cubicBezTo>
                  <ns1:cubicBezTo>
                    <ns1:pt x="12" y="68"/>
                    <ns1:pt x="8" y="64"/>
                    <ns1:pt x="5" y="58"/>
                  </ns1:cubicBezTo>
                  <ns1:cubicBezTo>
                    <ns1:pt x="1" y="52"/>
                    <ns1:pt x="0" y="45"/>
                    <ns1:pt x="0" y="38"/>
                  </ns1:cubicBezTo>
                  <ns1:cubicBezTo>
                    <ns1:pt x="0" y="30"/>
                    <ns1:pt x="1" y="25"/>
                    <ns1:pt x="5" y="19"/>
                  </ns1:cubicBezTo>
                  <ns1:cubicBezTo>
                    <ns1:pt x="8" y="13"/>
                    <ns1:pt x="12" y="8"/>
                    <ns1:pt x="19" y="5"/>
                  </ns1:cubicBezTo>
                  <ns1:cubicBezTo>
                    <ns1:pt x="25" y="1"/>
                    <ns1:pt x="32" y="0"/>
                    <ns1:pt x="39" y="0"/>
                  </ns1:cubicBezTo>
                  <ns1:cubicBezTo>
                    <ns1:pt x="46" y="0"/>
                    <ns1:pt x="51" y="1"/>
                    <ns1:pt x="58" y="5"/>
                  </ns1:cubicBezTo>
                  <ns1:cubicBezTo>
                    <ns1:pt x="64" y="8"/>
                    <ns1:pt x="69" y="13"/>
                    <ns1:pt x="73" y="19"/>
                  </ns1:cubicBezTo>
                  <ns1:cubicBezTo>
                    <ns1:pt x="76" y="25"/>
                    <ns1:pt x="78" y="31"/>
                    <ns1:pt x="78" y="38"/>
                  </ns1:cubicBezTo>
                </ns1:path>
              </ns1:pathLst>
            </ns1:custGeom>
            <ns1:solidFill>
              <ns1:srgbClr val="595757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80" name="任意多边形 3792">
              <ns1:extLst>
                <ns1:ext uri="{FF2B5EF4-FFF2-40B4-BE49-F238E27FC236}">
                  <ns2:creationId id="{8A6BC246-4226-40EE-A3CE-E9C39CE32BC3}"/>
                </ns1:ext>
              </ns1:extLst>
            </ns0:cNvPr>
            <ns0:cNvSpPr/>
            <ns0:nvPr/>
          </ns0:nvSpPr>
          <ns0:spPr>
            <ns1:xfrm>
              <ns1:off x="5165543" y="5282419"/>
              <ns1:ext cx="16977" cy="18864"/>
            </ns1:xfrm>
            <ns1:custGeom>
              <ns1:avLst/>
              <ns1:gdLst/>
              <ns1:ahLst/>
              <ns1:cxnLst>
                <ns1:cxn ang="0">
                  <ns1:pos x="10108" y="6282"/>
                </ns1:cxn>
                <ns1:cxn ang="0">
                  <ns1:pos x="2995" y="6282"/>
                </ns1:cxn>
                <ns1:cxn ang="0">
                  <ns1:pos x="2995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2995" y="15521"/>
                </ns1:cxn>
                <ns1:cxn ang="0">
                  <ns1:pos x="2995" y="9239"/>
                </ns1:cxn>
                <ns1:cxn ang="0">
                  <ns1:pos x="10108" y="9239"/>
                </ns1:cxn>
                <ns1:cxn ang="0">
                  <ns1:pos x="10108" y="15521"/>
                </ns1:cxn>
                <ns1:cxn ang="0">
                  <ns1:pos x="14226" y="15521"/>
                </ns1:cxn>
                <ns1:cxn ang="0">
                  <ns1:pos x="14226" y="0"/>
                </ns1:cxn>
                <ns1:cxn ang="0">
                  <ns1:pos x="10108" y="0"/>
                </ns1:cxn>
                <ns1:cxn ang="0">
                  <ns1:pos x="10108" y="6282"/>
                </ns1:cxn>
              </ns1:cxnLst>
              <ns1:rect l="0" t="0" r="0" b="0"/>
              <ns1:pathLst>
                <ns1:path w="39" h="43">
                  <ns1:moveTo>
                    <ns1:pt x="27" y="17"/>
                  </ns1:moveTo>
                  <ns1:lnTo>
                    <ns1:pt x="8" y="17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8" y="42"/>
                  </ns1:lnTo>
                  <ns1:lnTo>
                    <ns1:pt x="8" y="25"/>
                  </ns1:lnTo>
                  <ns1:lnTo>
                    <ns1:pt x="27" y="25"/>
                  </ns1:lnTo>
                  <ns1:lnTo>
                    <ns1:pt x="27" y="42"/>
                  </ns1:lnTo>
                  <ns1:lnTo>
                    <ns1:pt x="38" y="42"/>
                  </ns1:lnTo>
                  <ns1:lnTo>
                    <ns1:pt x="38" y="0"/>
                  </ns1:lnTo>
                  <ns1:lnTo>
                    <ns1:pt x="27" y="0"/>
                  </ns1:lnTo>
                  <ns1:lnTo>
                    <ns1:pt x="27" y="17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82" name="任意多边形 3793">
              <ns1:extLst>
                <ns1:ext uri="{FF2B5EF4-FFF2-40B4-BE49-F238E27FC236}">
                  <ns2:creationId id="{AFABDCCD-341E-45E4-B91F-5E85381A83E0}"/>
                </ns1:ext>
              </ns1:extLst>
            </ns0:cNvPr>
            <ns0:cNvSpPr/>
            <ns0:nvPr/>
          </ns0:nvSpPr>
          <ns0:spPr>
            <ns1:xfrm>
              <ns1:off x="5186292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9793" y="8828"/>
                </ns1:cxn>
                <ns1:cxn ang="0">
                  <ns1:pos x="6166" y="12007"/>
                </ns1:cxn>
                <ns1:cxn ang="0">
                  <ns1:pos x="2902" y="7769"/>
                </ns1:cxn>
                <ns1:cxn ang="0">
                  <ns1:pos x="2902" y="0"/>
                </ns1:cxn>
                <ns1:cxn ang="0">
                  <ns1:pos x="0" y="0"/>
                </ns1:cxn>
                <ns1:cxn ang="0">
                  <ns1:pos x="0" y="8475"/>
                </ns1:cxn>
                <ns1:cxn ang="0">
                  <ns1:pos x="6166" y="15538"/>
                </ns1:cxn>
                <ns1:cxn ang="0">
                  <ns1:pos x="12332" y="8475"/>
                </ns1:cxn>
                <ns1:cxn ang="0">
                  <ns1:pos x="12332" y="0"/>
                </ns1:cxn>
                <ns1:cxn ang="0">
                  <ns1:pos x="9793" y="0"/>
                </ns1:cxn>
                <ns1:cxn ang="0">
                  <ns1:pos x="9793" y="8828"/>
                </ns1:cxn>
              </ns1:cxnLst>
              <ns1:rect l="0" t="0" r="0" b="0"/>
              <ns1:pathLst>
                <ns1:path w="35" h="45">
                  <ns1:moveTo>
                    <ns1:pt x="27" y="25"/>
                  </ns1:moveTo>
                  <ns1:cubicBezTo>
                    <ns1:pt x="27" y="33"/>
                    <ns1:pt x="21" y="34"/>
                    <ns1:pt x="17" y="34"/>
                  </ns1:cubicBezTo>
                  <ns1:cubicBezTo>
                    <ns1:pt x="12" y="34"/>
                    <ns1:pt x="8" y="30"/>
                    <ns1:pt x="8" y="22"/>
                  </ns1:cubicBezTo>
                  <ns1:lnTo>
                    <ns1:pt x="8" y="0"/>
                  </ns1:lnTo>
                  <ns1:lnTo>
                    <ns1:pt x="0" y="0"/>
                  </ns1:lnTo>
                  <ns1:lnTo>
                    <ns1:pt x="0" y="24"/>
                  </ns1:lnTo>
                  <ns1:cubicBezTo>
                    <ns1:pt x="0" y="36"/>
                    <ns1:pt x="6" y="44"/>
                    <ns1:pt x="17" y="44"/>
                  </ns1:cubicBezTo>
                  <ns1:cubicBezTo>
                    <ns1:pt x="30" y="44"/>
                    <ns1:pt x="34" y="36"/>
                    <ns1:pt x="34" y="24"/>
                  </ns1:cubicBezTo>
                  <ns1:lnTo>
                    <ns1:pt x="34" y="0"/>
                  </ns1:lnTo>
                  <ns1:lnTo>
                    <ns1:pt x="27" y="0"/>
                  </ns1:lnTo>
                  <ns1:lnTo>
                    <ns1:pt x="27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84" name="任意多边形 3794">
              <ns1:extLst>
                <ns1:ext uri="{FF2B5EF4-FFF2-40B4-BE49-F238E27FC236}">
                  <ns2:creationId id="{D6054926-1058-42A3-AFF2-F14AD889B470}"/>
                </ns1:ext>
              </ns1:extLst>
            </ns0:cNvPr>
            <ns0:cNvSpPr/>
            <ns0:nvPr/>
          </ns0:nvSpPr>
          <ns0:spPr>
            <ns1:xfrm>
              <ns1:off x="5220250" y="5282419"/>
              <ns1:ext cx="28297" cy="18864"/>
            </ns1:xfrm>
            <ns1:custGeom>
              <ns1:avLst/>
              <ns1:gdLst/>
              <ns1:ahLst/>
              <ns1:cxnLst>
                <ns1:cxn ang="0">
                  <ns1:pos x="16260" y="10348"/>
                </ns1:cxn>
                <ns1:cxn ang="0">
                  <ns1:pos x="13008" y="0"/>
                </ns1:cxn>
                <ns1:cxn ang="0">
                  <ns1:pos x="10117" y="0"/>
                </ns1:cxn>
                <ns1:cxn ang="0">
                  <ns1:pos x="6865" y="10348"/>
                </ns1:cxn>
                <ns1:cxn ang="0">
                  <ns1:pos x="2891" y="0"/>
                </ns1:cxn>
                <ns1:cxn ang="0">
                  <ns1:pos x="0" y="0"/>
                </ns1:cxn>
                <ns1:cxn ang="0">
                  <ns1:pos x="5059" y="15521"/>
                </ns1:cxn>
                <ns1:cxn ang="0">
                  <ns1:pos x="7949" y="15521"/>
                </ns1:cxn>
                <ns1:cxn ang="0">
                  <ns1:pos x="11201" y="5174"/>
                </ns1:cxn>
                <ns1:cxn ang="0">
                  <ns1:pos x="15176" y="15521"/>
                </ns1:cxn>
                <ns1:cxn ang="0">
                  <ns1:pos x="16982" y="15521"/>
                </ns1:cxn>
                <ns1:cxn ang="0">
                  <ns1:pos x="23125" y="0"/>
                </ns1:cxn>
                <ns1:cxn ang="0">
                  <ns1:pos x="19150" y="0"/>
                </ns1:cxn>
                <ns1:cxn ang="0">
                  <ns1:pos x="16260" y="10348"/>
                </ns1:cxn>
              </ns1:cxnLst>
              <ns1:rect l="0" t="0" r="0" b="0"/>
              <ns1:pathLst>
                <ns1:path w="65" h="43">
                  <ns1:moveTo>
                    <ns1:pt x="45" y="28"/>
                  </ns1:moveTo>
                  <ns1:lnTo>
                    <ns1:pt x="36" y="0"/>
                  </ns1:lnTo>
                  <ns1:lnTo>
                    <ns1:pt x="28" y="0"/>
                  </ns1:lnTo>
                  <ns1:lnTo>
                    <ns1:pt x="19" y="28"/>
                  </ns1:lnTo>
                  <ns1:lnTo>
                    <ns1:pt x="8" y="0"/>
                  </ns1:lnTo>
                  <ns1:lnTo>
                    <ns1:pt x="0" y="0"/>
                  </ns1:lnTo>
                  <ns1:lnTo>
                    <ns1:pt x="14" y="42"/>
                  </ns1:lnTo>
                  <ns1:lnTo>
                    <ns1:pt x="22" y="42"/>
                  </ns1:lnTo>
                  <ns1:lnTo>
                    <ns1:pt x="31" y="14"/>
                  </ns1:lnTo>
                  <ns1:lnTo>
                    <ns1:pt x="42" y="42"/>
                  </ns1:lnTo>
                  <ns1:lnTo>
                    <ns1:pt x="47" y="42"/>
                  </ns1:lnTo>
                  <ns1:lnTo>
                    <ns1:pt x="64" y="0"/>
                  </ns1:lnTo>
                  <ns1:lnTo>
                    <ns1:pt x="53" y="0"/>
                  </ns1:lnTo>
                  <ns1:lnTo>
                    <ns1:pt x="45" y="28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92" name="任意多边形 3795">
              <ns1:extLst>
                <ns1:ext uri="{FF2B5EF4-FFF2-40B4-BE49-F238E27FC236}">
                  <ns2:creationId id="{8BE1EED8-35F6-43D3-AB4C-784B5E15864C}"/>
                </ns1:ext>
              </ns1:extLst>
            </ns0:cNvPr>
            <ns0:cNvSpPr/>
            <ns0:nvPr/>
          </ns0:nvSpPr>
          <ns0:spPr>
            <ns1:xfrm>
              <ns1:off x="5250431" y="5282419"/>
              <ns1:ext cx="15092" cy="18864"/>
            </ns1:xfrm>
            <ns1:custGeom>
              <ns1:avLst/>
              <ns1:gdLst/>
              <ns1:ahLst/>
              <ns1:cxnLst>
                <ns1:cxn ang="0">
                  <ns1:pos x="3990" y="9239"/>
                </ns1:cxn>
                <ns1:cxn ang="0">
                  <ns1:pos x="9431" y="9239"/>
                </ns1:cxn>
                <ns1:cxn ang="0">
                  <ns1:pos x="9431" y="6282"/>
                </ns1:cxn>
                <ns1:cxn ang="0">
                  <ns1:pos x="3990" y="6282"/>
                </ns1:cxn>
                <ns1:cxn ang="0">
                  <ns1:pos x="3990" y="2956"/>
                </ns1:cxn>
                <ns1:cxn ang="0">
                  <ns1:pos x="11244" y="2956"/>
                </ns1:cxn>
                <ns1:cxn ang="0">
                  <ns1:pos x="11244" y="0"/>
                </ns1:cxn>
                <ns1:cxn ang="0">
                  <ns1:pos x="0" y="0"/>
                </ns1:cxn>
                <ns1:cxn ang="0">
                  <ns1:pos x="0" y="15521"/>
                </ns1:cxn>
                <ns1:cxn ang="0">
                  <ns1:pos x="12332" y="15521"/>
                </ns1:cxn>
                <ns1:cxn ang="0">
                  <ns1:pos x="12332" y="12565"/>
                </ns1:cxn>
                <ns1:cxn ang="0">
                  <ns1:pos x="3990" y="12565"/>
                </ns1:cxn>
                <ns1:cxn ang="0">
                  <ns1:pos x="3990" y="9239"/>
                </ns1:cxn>
              </ns1:cxnLst>
              <ns1:rect l="0" t="0" r="0" b="0"/>
              <ns1:pathLst>
                <ns1:path w="35" h="43">
                  <ns1:moveTo>
                    <ns1:pt x="11" y="25"/>
                  </ns1:moveTo>
                  <ns1:lnTo>
                    <ns1:pt x="26" y="25"/>
                  </ns1:lnTo>
                  <ns1:lnTo>
                    <ns1:pt x="26" y="17"/>
                  </ns1:lnTo>
                  <ns1:lnTo>
                    <ns1:pt x="11" y="17"/>
                  </ns1:lnTo>
                  <ns1:lnTo>
                    <ns1:pt x="11" y="8"/>
                  </ns1:lnTo>
                  <ns1:lnTo>
                    <ns1:pt x="31" y="8"/>
                  </ns1:lnTo>
                  <ns1:lnTo>
                    <ns1:pt x="31" y="0"/>
                  </ns1:lnTo>
                  <ns1:lnTo>
                    <ns1:pt x="0" y="0"/>
                  </ns1:lnTo>
                  <ns1:lnTo>
                    <ns1:pt x="0" y="42"/>
                  </ns1:lnTo>
                  <ns1:lnTo>
                    <ns1:pt x="34" y="42"/>
                  </ns1:lnTo>
                  <ns1:lnTo>
                    <ns1:pt x="34" y="34"/>
                  </ns1:lnTo>
                  <ns1:lnTo>
                    <ns1:pt x="11" y="34"/>
                  </ns1:lnTo>
                  <ns1:lnTo>
                    <ns1:pt x="11" y="25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93" name="任意多边形 3796">
              <ns1:extLst>
                <ns1:ext uri="{FF2B5EF4-FFF2-40B4-BE49-F238E27FC236}">
                  <ns2:creationId id="{8EBA1541-B8A7-413E-AAB5-69CE5A2F53F5}"/>
                </ns1:ext>
              </ns1:extLst>
            </ns0:cNvPr>
            <ns0:cNvSpPr/>
            <ns0:nvPr/>
          </ns0:nvSpPr>
          <ns0:spPr>
            <ns1:xfrm>
              <ns1:off x="5269296" y="5282419"/>
              <ns1:ext cx="3773" cy="18864"/>
            </ns1:xfrm>
            <ns1:custGeom>
              <ns1:avLst/>
              <ns1:gdLst/>
              <ns1:ahLst/>
              <ns1:cxnLst>
                <ns1:cxn ang="0">
                  <ns1:pos x="1411" y="15538"/>
                </ns1:cxn>
                <ns1:cxn ang="0">
                  <ns1:pos x="0" y="15538"/>
                </ns1:cxn>
                <ns1:cxn ang="0">
                  <ns1:pos x="0" y="0"/>
                </ns1:cxn>
                <ns1:cxn ang="0">
                  <ns1:pos x="2821" y="0"/>
                </ns1:cxn>
                <ns1:cxn ang="0">
                  <ns1:pos x="2821" y="15538"/>
                </ns1:cxn>
                <ns1:cxn ang="0">
                  <ns1:pos x="1411" y="15538"/>
                </ns1:cxn>
              </ns1:cxnLst>
              <ns1:rect l="0" t="0" r="0" b="0"/>
              <ns1:pathLst>
                <ns1:path w="9" h="45">
                  <ns1:moveTo>
                    <ns1:pt x="4" y="44"/>
                  </ns1:moveTo>
                  <ns1:lnTo>
                    <ns1:pt x="0" y="44"/>
                  </ns1:lnTo>
                  <ns1:lnTo>
                    <ns1:pt x="0" y="0"/>
                  </ns1:lnTo>
                  <ns1:lnTo>
                    <ns1:pt x="8" y="0"/>
                  </ns1:lnTo>
                  <ns1:lnTo>
                    <ns1:pt x="8" y="44"/>
                  </ns1:lnTo>
                  <ns1:lnTo>
                    <ns1:pt x="4" y="44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95" name="任意多边形 3797">
              <ns1:extLst>
                <ns1:ext uri="{FF2B5EF4-FFF2-40B4-BE49-F238E27FC236}">
                  <ns2:creationId id="{AFC0F2A6-F9D0-4C73-96BA-66C7AF718FD8}"/>
                </ns1:ext>
              </ns1:extLst>
            </ns0:cNvPr>
            <ns0:cNvSpPr/>
            <ns0:nvPr/>
          </ns0:nvSpPr>
          <ns0:spPr>
            <ns1:xfrm>
              <ns1:off x="5203272" y="5282419"/>
              <ns1:ext cx="18864" cy="18864"/>
            </ns1:xfrm>
            <ns1:custGeom>
              <ns1:avLst/>
              <ns1:gdLst/>
              <ns1:ahLst/>
              <ns1:cxnLst>
                <ns1:cxn ang="0">
                  <ns1:pos x="12074" y="14446"/>
                </ns1:cxn>
                <ns1:cxn ang="0">
                  <ns1:pos x="15524" y="14446"/>
                </ns1:cxn>
                <ns1:cxn ang="0">
                  <ns1:pos x="9659" y="0"/>
                </ns1:cxn>
                <ns1:cxn ang="0">
                  <ns1:pos x="6900" y="0"/>
                </ns1:cxn>
                <ns1:cxn ang="0">
                  <ns1:pos x="0" y="15530"/>
                </ns1:cxn>
                <ns1:cxn ang="0">
                  <ns1:pos x="2415" y="15530"/>
                </ns1:cxn>
                <ns1:cxn ang="0">
                  <ns1:pos x="4140" y="13002"/>
                </ns1:cxn>
                <ns1:cxn ang="0">
                  <ns1:pos x="11039" y="13002"/>
                </ns1:cxn>
                <ns1:cxn ang="0">
                  <ns1:pos x="11039" y="12641"/>
                </ns1:cxn>
                <ns1:cxn ang="0">
                  <ns1:pos x="12074" y="14446"/>
                </ns1:cxn>
                <ns1:cxn ang="0">
                  <ns1:pos x="7245" y="3250"/>
                </ns1:cxn>
                <ns1:cxn ang="0">
                  <ns1:pos x="9659" y="8307"/>
                </ns1:cxn>
                <ns1:cxn ang="0">
                  <ns1:pos x="9659" y="9029"/>
                </ns1:cxn>
                <ns1:cxn ang="0">
                  <ns1:pos x="4830" y="9029"/>
                </ns1:cxn>
                <ns1:cxn ang="0">
                  <ns1:pos x="4830" y="8307"/>
                </ns1:cxn>
                <ns1:cxn ang="0">
                  <ns1:pos x="7245" y="3250"/>
                </ns1:cxn>
              </ns1:cxnLst>
              <ns1:rect l="0" t="0" r="0" b="0"/>
              <ns1:pathLst>
                <ns1:path w="46" h="44">
                  <ns1:moveTo>
                    <ns1:pt x="35" y="40"/>
                  </ns1:moveTo>
                  <ns1:lnTo>
                    <ns1:pt x="45" y="40"/>
                  </ns1:lnTo>
                  <ns1:lnTo>
                    <ns1:pt x="28" y="0"/>
                  </ns1:lnTo>
                  <ns1:lnTo>
                    <ns1:pt x="20" y="0"/>
                  </ns1:lnTo>
                  <ns1:lnTo>
                    <ns1:pt x="0" y="43"/>
                  </ns1:lnTo>
                  <ns1:lnTo>
                    <ns1:pt x="7" y="43"/>
                  </ns1:lnTo>
                  <ns1:lnTo>
                    <ns1:pt x="12" y="36"/>
                  </ns1:lnTo>
                  <ns1:lnTo>
                    <ns1:pt x="32" y="36"/>
                  </ns1:lnTo>
                  <ns1:lnTo>
                    <ns1:pt x="32" y="35"/>
                  </ns1:lnTo>
                  <ns1:lnTo>
                    <ns1:pt x="35" y="40"/>
                  </ns1:lnTo>
                  <ns1:close/>
                  <ns1:moveTo>
                    <ns1:pt x="21" y="9"/>
                  </ns1:moveTo>
                  <ns1:lnTo>
                    <ns1:pt x="28" y="23"/>
                  </ns1:lnTo>
                  <ns1:lnTo>
                    <ns1:pt x="28" y="25"/>
                  </ns1:lnTo>
                  <ns1:lnTo>
                    <ns1:pt x="14" y="25"/>
                  </ns1:lnTo>
                  <ns1:lnTo>
                    <ns1:pt x="14" y="23"/>
                  </ns1:lnTo>
                  <ns1:lnTo>
                    <ns1:pt x="21" y="9"/>
                  </ns1:lnTo>
                  <ns1:close/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96" name="任意多边形 3798">
              <ns1:extLst>
                <ns1:ext uri="{FF2B5EF4-FFF2-40B4-BE49-F238E27FC236}">
                  <ns2:creationId id="{8FFBBAD1-1D5E-4BFB-85E2-D3015B52BF6D}"/>
                </ns1:ext>
              </ns1:extLst>
            </ns0:cNvPr>
            <ns0:cNvSpPr/>
            <ns0:nvPr/>
          </ns0:nvSpPr>
          <ns0:spPr>
            <ns1:xfrm>
              <ns1:off x="5171201" y="5206962"/>
              <ns1:ext cx="39616" cy="49047"/>
            </ns1:xfrm>
            <ns1:custGeom>
              <ns1:avLst/>
              <ns1:gdLst/>
              <ns1:ahLst/>
              <ns1:cxnLst>
                <ns1:cxn ang="0">
                  <ns1:pos x="5618" y="23151"/>
                </ns1:cxn>
                <ns1:cxn ang="0">
                  <ns1:pos x="32306" y="40959"/>
                </ns1:cxn>
                <ns1:cxn ang="0">
                  <ns1:pos x="32657" y="40959"/>
                </ns1:cxn>
                <ns1:cxn ang="0">
                  <ns1:pos x="8076" y="0"/>
                </ns1:cxn>
                <ns1:cxn ang="0">
                  <ns1:pos x="702" y="14247"/>
                </ns1:cxn>
                <ns1:cxn ang="0">
                  <ns1:pos x="5618" y="23151"/>
                </ns1:cxn>
              </ns1:cxnLst>
              <ns1:rect l="0" t="0" r="0" b="0"/>
              <ns1:pathLst>
                <ns1:path w="94" h="116">
                  <ns1:moveTo>
                    <ns1:pt x="16" y="65"/>
                  </ns1:moveTo>
                  <ns1:cubicBezTo>
                    <ns1:pt x="36" y="85"/>
                    <ns1:pt x="82" y="109"/>
                    <ns1:pt x="92" y="115"/>
                  </ns1:cubicBezTo>
                  <ns1:lnTo>
                    <ns1:pt x="93" y="115"/>
                  </ns1:lnTo>
                  <ns1:cubicBezTo>
                    <ns1:pt x="64" y="50"/>
                    <ns1:pt x="23" y="0"/>
                    <ns1:pt x="23" y="0"/>
                  </ns1:cubicBezTo>
                  <ns1:cubicBezTo>
                    <ns1:pt x="23" y="0"/>
                    <ns1:pt x="0" y="19"/>
                    <ns1:pt x="2" y="40"/>
                  </ns1:cubicBezTo>
                  <ns1:cubicBezTo>
                    <ns1:pt x="2" y="56"/>
                    <ns1:pt x="16" y="65"/>
                    <ns1:pt x="16" y="65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197" name="任意多边形 3800">
              <ns1:extLst>
                <ns1:ext uri="{FF2B5EF4-FFF2-40B4-BE49-F238E27FC236}">
                  <ns2:creationId id="{DD69F38F-093D-48FD-9FD3-66FA62BF5AC0}"/>
                </ns1:ext>
              </ns1:extLst>
            </ns0:cNvPr>
            <ns0:cNvSpPr/>
            <ns0:nvPr/>
          </ns0:nvSpPr>
          <ns0:spPr>
            <ns1:xfrm>
              <ns1:off x="5174975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13740" y="9074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8202" y="0"/>
                </ns1:cxn>
                <ns1:cxn ang="0">
                  <ns1:pos x="27479" y="0"/>
                </ns1:cxn>
                <ns1:cxn ang="0">
                  <ns1:pos x="27479" y="0"/>
                </ns1:cxn>
                <ns1:cxn ang="0">
                  <ns1:pos x="0" y="0"/>
                </ns1:cxn>
              </ns1:cxnLst>
              <ns1:rect l="0" t="0" r="0" b="0"/>
              <ns1:pathLst>
                <ns1:path w="79" h="29">
                  <ns1:moveTo>
                    <ns1:pt x="0" y="0"/>
                  </ns1:moveTo>
                  <ns1:cubicBezTo>
                    <ns1:pt x="8" y="16"/>
                    <ns1:pt x="24" y="28"/>
                    <ns1:pt x="38" y="23"/>
                  </ns1:cubicBezTo>
                  <ns1:cubicBezTo>
                    <ns1:pt x="47" y="22"/>
                    <ns1:pt x="70" y="3"/>
                    <ns1:pt x="78" y="0"/>
                  </ns1:cubicBezTo>
                  <ns1:lnTo>
                    <ns1:pt x="76" y="0"/>
                  </ns1:ln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13" name="任意多边形 3802">
              <ns1:extLst>
                <ns1:ext uri="{FF2B5EF4-FFF2-40B4-BE49-F238E27FC236}">
                  <ns2:creationId id="{F0579E67-5485-404D-83C5-2FE697F05279}"/>
                </ns1:ext>
              </ns1:extLst>
            </ns0:cNvPr>
            <ns0:cNvSpPr/>
            <ns0:nvPr/>
          </ns0:nvSpPr>
          <ns0:spPr>
            <ns1:xfrm>
              <ns1:off x="5161770" y="5231484"/>
              <ns1:ext cx="47160" cy="26411"/>
            </ns1:xfrm>
            <ns1:custGeom>
              <ns1:avLst/>
              <ns1:gdLst/>
              <ns1:ahLst/>
              <ns1:cxnLst>
                <ns1:cxn ang="0">
                  <ns1:pos x="12361" y="20094"/>
                </ns1:cxn>
                <ns1:cxn ang="0">
                  <ns1:pos x="18177" y="21888"/>
                </ns1:cxn>
                <ns1:cxn ang="0">
                  <ns1:pos x="39626" y="21888"/>
                </ns1:cxn>
                <ns1:cxn ang="0">
                  <ns1:pos x="39626" y="21171"/>
                </ns1:cxn>
                <ns1:cxn ang="0">
                  <ns1:pos x="3635" y="0"/>
                </ns1:cxn>
                <ns1:cxn ang="0">
                  <ns1:pos x="3635" y="11841"/>
                </ns1:cxn>
                <ns1:cxn ang="0">
                  <ns1:pos x="12361" y="20094"/>
                </ns1:cxn>
              </ns1:cxnLst>
              <ns1:rect l="0" t="0" r="0" b="0"/>
              <ns1:pathLst>
                <ns1:path w="110" h="62">
                  <ns1:moveTo>
                    <ns1:pt x="34" y="56"/>
                  </ns1:moveTo>
                  <ns1:cubicBezTo>
                    <ns1:pt x="42" y="61"/>
                    <ns1:pt x="50" y="61"/>
                    <ns1:pt x="50" y="61"/>
                  </ns1:cubicBezTo>
                  <ns1:lnTo>
                    <ns1:pt x="109" y="61"/>
                  </ns1:lnTo>
                  <ns1:lnTo>
                    <ns1:pt x="109" y="59"/>
                  </ns1:lnTo>
                  <ns1:cubicBezTo>
                    <ns1:pt x="73" y="36"/>
                    <ns1:pt x="10" y="0"/>
                    <ns1:pt x="10" y="0"/>
                  </ns1:cubicBezTo>
                  <ns1:cubicBezTo>
                    <ns1:pt x="0" y="17"/>
                    <ns1:pt x="10" y="33"/>
                    <ns1:pt x="10" y="33"/>
                  </ns1:cubicBezTo>
                  <ns1:cubicBezTo>
                    <ns1:pt x="17" y="50"/>
                    <ns1:pt x="34" y="56"/>
                    <ns1:pt x="34" y="5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14" name="任意多边形 3804">
              <ns1:extLst>
                <ns1:ext uri="{FF2B5EF4-FFF2-40B4-BE49-F238E27FC236}">
                  <ns2:creationId id="{C44E3006-6991-4024-8922-571D9DC36718}"/>
                </ns1:ext>
              </ns1:extLst>
            </ns0:cNvPr>
            <ns0:cNvSpPr/>
            <ns0:nvPr/>
          </ns0:nvSpPr>
          <ns0:spPr>
            <ns1:xfrm>
              <ns1:off x="5191952" y="5191870"/>
              <ns1:ext cx="28296" cy="62252"/>
            </ns1:xfrm>
            <ns1:custGeom>
              <ns1:avLst/>
              <ns1:gdLst/>
              <ns1:ahLst/>
              <ns1:cxnLst>
                <ns1:cxn ang="0">
                  <ns1:pos x="1774" y="9526"/>
                </ns1:cxn>
                <ns1:cxn ang="0">
                  <ns1:pos x="1774" y="18685"/>
                </ns1:cxn>
                <ns1:cxn ang="0">
                  <ns1:pos x="19510" y="52391"/>
                </ns1:cxn>
                <ns1:cxn ang="0">
                  <ns1:pos x="14898" y="0"/>
                </ns1:cxn>
                <ns1:cxn ang="0">
                  <ns1:pos x="10642" y="1099"/>
                </ns1:cxn>
                <ns1:cxn ang="0">
                  <ns1:pos x="1774" y="9526"/>
                </ns1:cxn>
              </ns1:cxnLst>
              <ns1:rect l="0" t="0" r="0" b="0"/>
              <ns1:pathLst>
                <ns1:path w="68" h="144">
                  <ns1:moveTo>
                    <ns1:pt x="5" y="26"/>
                  </ns1:moveTo>
                  <ns1:cubicBezTo>
                    <ns1:pt x="0" y="38"/>
                    <ns1:pt x="5" y="51"/>
                    <ns1:pt x="5" y="51"/>
                  </ns1:cubicBezTo>
                  <ns1:cubicBezTo>
                    <ns1:pt x="13" y="82"/>
                    <ns1:pt x="45" y="132"/>
                    <ns1:pt x="55" y="143"/>
                  </ns1:cubicBezTo>
                  <ns1:cubicBezTo>
                    <ns1:pt x="67" y="31"/>
                    <ns1:pt x="42" y="0"/>
                    <ns1:pt x="42" y="0"/>
                  </ns1:cubicBezTo>
                  <ns1:cubicBezTo>
                    <ns1:pt x="41" y="0"/>
                    <ns1:pt x="30" y="3"/>
                    <ns1:pt x="30" y="3"/>
                  </ns1:cubicBezTo>
                  <ns1:cubicBezTo>
                    <ns1:pt x="8" y="9"/>
                    <ns1:pt x="5" y="26"/>
                    <ns1:pt x="5" y="2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15" name="任意多边形 3806">
              <ns1:extLst>
                <ns1:ext uri="{FF2B5EF4-FFF2-40B4-BE49-F238E27FC236}">
                  <ns2:creationId id="{811EE7F8-8290-4178-87EF-7F924DEAFEE0}"/>
                </ns1:ext>
              </ns1:extLst>
            </ns0:cNvPr>
            <ns0:cNvSpPr/>
            <ns0:nvPr/>
          </ns0:nvSpPr>
          <ns0:spPr>
            <ns1:xfrm>
              <ns1:off x="5216477" y="5191870"/>
              <ns1:ext cx="28297" cy="62252"/>
            </ns1:xfrm>
            <ns1:custGeom>
              <ns1:avLst/>
              <ns1:gdLst/>
              <ns1:ahLst/>
              <ns1:cxnLst>
                <ns1:cxn ang="0">
                  <ns1:pos x="21707" y="19418"/>
                </ns1:cxn>
                <ns1:cxn ang="0">
                  <ns1:pos x="21707" y="10258"/>
                </ns1:cxn>
                <ns1:cxn ang="0">
                  <ns1:pos x="12811" y="1832"/>
                </ns1:cxn>
                <ns1:cxn ang="0">
                  <ns1:pos x="8185" y="1099"/>
                </ns1:cxn>
                <ns1:cxn ang="0">
                  <ns1:pos x="3914" y="52391"/>
                </ns1:cxn>
                <ns1:cxn ang="0">
                  <ns1:pos x="21707" y="19418"/>
                </ns1:cxn>
              </ns1:cxnLst>
              <ns1:rect l="0" t="0" r="0" b="0"/>
              <ns1:pathLst>
                <ns1:path w="66" h="144">
                  <ns1:moveTo>
                    <ns1:pt x="61" y="53"/>
                  </ns1:moveTo>
                  <ns1:cubicBezTo>
                    <ns1:pt x="61" y="53"/>
                    <ns1:pt x="65" y="37"/>
                    <ns1:pt x="61" y="28"/>
                  </ns1:cubicBezTo>
                  <ns1:cubicBezTo>
                    <ns1:pt x="61" y="28"/>
                    <ns1:pt x="54" y="8"/>
                    <ns1:pt x="36" y="5"/>
                  </ns1:cubicBezTo>
                  <ns1:cubicBezTo>
                    <ns1:pt x="36" y="5"/>
                    <ns1:pt x="29" y="3"/>
                    <ns1:pt x="23" y="3"/>
                  </ns1:cubicBezTo>
                  <ns1:cubicBezTo>
                    <ns1:pt x="23" y="0"/>
                    <ns1:pt x="0" y="31"/>
                    <ns1:pt x="11" y="143"/>
                  </ns1:cubicBezTo>
                  <ns1:cubicBezTo>
                    <ns1:pt x="20" y="134"/>
                    <ns1:pt x="54" y="83"/>
                    <ns1:pt x="61" y="53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19" name="任意多边形 3808">
              <ns1:extLst>
                <ns1:ext uri="{FF2B5EF4-FFF2-40B4-BE49-F238E27FC236}">
                  <ns2:creationId id="{0893D866-0AD8-42D5-BED6-CA6F20132FC0}"/>
                </ns1:ext>
              </ns1:extLst>
            </ns0:cNvPr>
            <ns0:cNvSpPr/>
            <ns0:nvPr/>
          </ns0:nvSpPr>
          <ns0:spPr>
            <ns1:xfrm>
              <ns1:off x="5229682" y="5263555"/>
              <ns1:ext cx="33956" cy="13204"/>
            </ns1:xfrm>
            <ns1:custGeom>
              <ns1:avLst/>
              <ns1:gdLst/>
              <ns1:ahLst/>
              <ns1:cxnLst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0" y="0"/>
                </ns1:cxn>
                <ns1:cxn ang="0">
                  <ns1:pos x="14824" y="8321"/>
                </ns1:cxn>
                <ns1:cxn ang="0">
                  <ns1:pos x="28202" y="347"/>
                </ns1:cxn>
                <ns1:cxn ang="0">
                  <ns1:pos x="0" y="0"/>
                </ns1:cxn>
              </ns1:cxnLst>
              <ns1:rect l="0" t="0" r="0" b="0"/>
              <ns1:pathLst>
                <ns1:path w="79" h="33">
                  <ns1:moveTo>
                    <ns1:pt x="0" y="0"/>
                  </ns1:moveTo>
                  <ns1:lnTo>
                    <ns1:pt x="0" y="0"/>
                  </ns1:lnTo>
                  <ns1:cubicBezTo>
                    <ns1:pt x="8" y="7"/>
                    <ns1:pt x="30" y="23"/>
                    <ns1:pt x="41" y="24"/>
                  </ns1:cubicBezTo>
                  <ns1:cubicBezTo>
                    <ns1:pt x="41" y="24"/>
                    <ns1:pt x="61" y="32"/>
                    <ns1:pt x="78" y="1"/>
                  </ns1:cubicBezTo>
                  <ns1:lnTo>
                    <ns1:pt x="0" y="0"/>
                  </ns1:ln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20" name="任意多边形 3810">
              <ns1:extLst>
                <ns1:ext uri="{FF2B5EF4-FFF2-40B4-BE49-F238E27FC236}">
                  <ns2:creationId id="{4EFDA295-D140-4512-A53C-3849064F1986}"/>
                </ns1:ext>
              </ns1:extLst>
            </ns0:cNvPr>
            <ns0:cNvSpPr/>
            <ns0:nvPr/>
          </ns0:nvSpPr>
          <ns0:spPr>
            <ns1:xfrm>
              <ns1:off x="5229681" y="5233371"/>
              <ns1:ext cx="45275" cy="26411"/>
            </ns1:xfrm>
            <ns1:custGeom>
              <ns1:avLst/>
              <ns1:gdLst/>
              <ns1:ahLst/>
              <ns1:cxnLst>
                <ns1:cxn ang="0">
                  <ns1:pos x="21512" y="21882"/>
                </ns1:cxn>
                <ns1:cxn ang="0">
                  <ns1:pos x="26449" y="20423"/>
                </ns1:cxn>
                <ns1:cxn ang="0">
                  <ns1:pos x="34912" y="11671"/>
                </ns1:cxn>
                <ns1:cxn ang="0">
                  <ns1:pos x="35617" y="0"/>
                </ns1:cxn>
                <ns1:cxn ang="0">
                  <ns1:pos x="0" y="21518"/>
                </ns1:cxn>
                <ns1:cxn ang="0">
                  <ns1:pos x="21512" y="21882"/>
                </ns1:cxn>
              </ns1:cxnLst>
              <ns1:rect l="0" t="0" r="0" b="0"/>
              <ns1:pathLst>
                <ns1:path w="108" h="61">
                  <ns1:moveTo>
                    <ns1:pt x="61" y="60"/>
                  </ns1:moveTo>
                  <ns1:cubicBezTo>
                    <ns1:pt x="61" y="60"/>
                    <ns1:pt x="67" y="60"/>
                    <ns1:pt x="75" y="56"/>
                  </ns1:cubicBezTo>
                  <ns1:cubicBezTo>
                    <ns1:pt x="75" y="56"/>
                    <ns1:pt x="90" y="49"/>
                    <ns1:pt x="99" y="32"/>
                  </ns1:cubicBezTo>
                  <ns1:cubicBezTo>
                    <ns1:pt x="99" y="32"/>
                    <ns1:pt x="107" y="17"/>
                    <ns1:pt x="101" y="0"/>
                  </ns1:cubicBezTo>
                  <ns1:cubicBezTo>
                    <ns1:pt x="101" y="0"/>
                    <ns1:pt x="34" y="35"/>
                    <ns1:pt x="0" y="59"/>
                  </ns1:cubicBezTo>
                  <ns1:cubicBezTo>
                    <ns1:pt x="12" y="60"/>
                    <ns1:pt x="59" y="60"/>
                    <ns1:pt x="61" y="60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21" name="任意多边形 3812">
              <ns1:extLst>
                <ns1:ext uri="{FF2B5EF4-FFF2-40B4-BE49-F238E27FC236}">
                  <ns2:creationId id="{1FE6827A-8214-4CDE-9A30-DDDE35DF0278}"/>
                </ns1:ext>
              </ns1:extLst>
            </ns0:cNvPr>
            <ns0:cNvSpPr/>
            <ns0:nvPr/>
          </ns0:nvSpPr>
          <ns0:spPr>
            <ns1:xfrm>
              <ns1:off x="5225908" y="5206962"/>
              <ns1:ext cx="39615" cy="49047"/>
            </ns1:xfrm>
            <ns1:custGeom>
              <ns1:avLst/>
              <ns1:gdLst/>
              <ns1:ahLst/>
              <ns1:cxnLst>
                <ns1:cxn ang="0">
                  <ns1:pos x="27558" y="24131"/>
                </ns1:cxn>
                <ns1:cxn ang="0">
                  <ns1:pos x="32568" y="14990"/>
                </ns1:cxn>
                <ns1:cxn ang="0">
                  <ns1:pos x="25053" y="0"/>
                </ns1:cxn>
                <ns1:cxn ang="0">
                  <ns1:pos x="0" y="40949"/>
                </ns1:cxn>
                <ns1:cxn ang="0">
                  <ns1:pos x="27558" y="24131"/>
                </ns1:cxn>
              </ns1:cxnLst>
              <ns1:rect l="0" t="0" r="0" b="0"/>
              <ns1:pathLst>
                <ns1:path w="94" h="113">
                  <ns1:moveTo>
                    <ns1:pt x="77" y="66"/>
                  </ns1:moveTo>
                  <ns1:cubicBezTo>
                    <ns1:pt x="77" y="66"/>
                    <ns1:pt x="90" y="56"/>
                    <ns1:pt x="91" y="41"/>
                  </ns1:cubicBezTo>
                  <ns1:cubicBezTo>
                    <ns1:pt x="93" y="19"/>
                    <ns1:pt x="70" y="0"/>
                    <ns1:pt x="70" y="0"/>
                  </ns1:cubicBezTo>
                  <ns1:cubicBezTo>
                    <ns1:pt x="70" y="0"/>
                    <ns1:pt x="29" y="47"/>
                    <ns1:pt x="0" y="112"/>
                  </ns1:cubicBezTo>
                  <ns1:cubicBezTo>
                    <ns1:pt x="12" y="108"/>
                    <ns1:pt x="59" y="84"/>
                    <ns1:pt x="77" y="66"/>
                  </ns1:cubicBezTo>
                </ns1:path>
              </ns1:pathLst>
            </ns1:custGeom>
            <ns1:solidFill>
              <ns1:srgbClr val="5D5B5C"/>
            </ns1:solidFill>
            <ns1:ln w="9525">
              <ns1:noFill/>
            </ns1:ln>
          </ns0:spPr>
          <ns0:txBody>
            <ns1:bodyPr/>
            <ns1:lstStyle/>
            <ns1:p>
              <ns1:pPr marL="0" marR="0" lvl="0" indent="0" algn="l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400" b="0" i="0" u="none" strike="noStrike" kern="1200" cap="none" spc="0" normalizeH="0" baseline="0" noProof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222" name="组合 11">
              <ns1:extLst>
                <ns1:ext uri="{FF2B5EF4-FFF2-40B4-BE49-F238E27FC236}">
                  <ns2:creationId id="{77DEE729-10A9-4101-985F-8A7C750A5A4A}"/>
                </ns1:ext>
              </ns1:extLst>
            </ns0:cNvPr>
            <ns0:cNvGrpSpPr/>
            <ns0:nvPr/>
          </ns0:nvGrpSpPr>
          <ns0:grpSpPr>
            <ns1:xfrm>
              <ns1:off x="4839189" y="5197529"/>
              <ns1:ext cx="269760" cy="90548"/>
              <ns1:chOff x="7133" y="4645"/>
              <ns1:chExt cx="4701" cy="1573"/>
            </ns1:xfrm>
          </ns0:grpSpPr>
          <ns0:sp>
            <ns0:nvSpPr>
              <ns0:cNvPr id="223" name="任意多边形 12">
                <ns1:extLst>
                  <ns1:ext uri="{FF2B5EF4-FFF2-40B4-BE49-F238E27FC236}">
                    <ns2:creationId id="{FB3E6C82-2C22-4C51-B725-C276A59976F7}"/>
                  </ns1:ext>
                </ns1:extLst>
              </ns0:cNvPr>
              <ns0:cNvSpPr/>
              <ns0:nvPr/>
            </ns0:nvSpPr>
            <ns0:spPr>
              <ns1:xfrm>
                <ns1:off x="7178" y="5473"/>
                <ns1:ext cx="1620" cy="16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2857" h="294">
                    <ns1:moveTo>
                      <ns1:pt x="0" y="16"/>
                    </ns1:moveTo>
                    <ns1:cubicBezTo>
                      <ns1:pt x="4" y="16"/>
                      <ns1:pt x="1169" y="0"/>
                      <ns1:pt x="1448" y="13"/>
                    </ns1:cubicBezTo>
                    <ns1:cubicBezTo>
                      <ns1:pt x="1675" y="22"/>
                      <ns1:pt x="2019" y="15"/>
                      <ns1:pt x="2243" y="41"/>
                    </ns1:cubicBezTo>
                    <ns1:cubicBezTo>
                      <ns1:pt x="2456" y="62"/>
                      <ns1:pt x="2800" y="113"/>
                      <ns1:pt x="2856" y="293"/>
                    </ns1:cubicBezTo>
                    <ns1:cubicBezTo>
                      <ns1:pt x="2643" y="226"/>
                      <ns1:pt x="2502" y="237"/>
                      <ns1:pt x="2208" y="200"/>
                    </ns1:cubicBezTo>
                    <ns1:cubicBezTo>
                      <ns1:pt x="2178" y="196"/>
                      <ns1:pt x="1999" y="186"/>
                      <ns1:pt x="1881" y="187"/>
                    </ns1:cubicBezTo>
                    <ns1:cubicBezTo>
                      <ns1:pt x="1881" y="187"/>
                      <ns1:pt x="1959" y="168"/>
                      <ns1:pt x="2111" y="161"/>
                    </ns1:cubicBezTo>
                    <ns1:cubicBezTo>
                      <ns1:pt x="2204" y="156"/>
                      <ns1:pt x="2384" y="147"/>
                      <ns1:pt x="2470" y="159"/>
                    </ns1:cubicBezTo>
                    <ns1:cubicBezTo>
                      <ns1:pt x="2405" y="126"/>
                      <ns1:pt x="2204" y="106"/>
                      <ns1:pt x="2079" y="90"/>
                    </ns1:cubicBezTo>
                    <ns1:cubicBezTo>
                      <ns1:pt x="1857" y="64"/>
                      <ns1:pt x="1657" y="66"/>
                      <ns1:pt x="1432" y="69"/>
                    </ns1:cubicBezTo>
                    <ns1:cubicBezTo>
                      <ns1:pt x="1155" y="71"/>
                      <ns1:pt x="11" y="67"/>
                      <ns1:pt x="7" y="67"/>
                    </ns1:cubicBezTo>
                    <ns1:lnTo>
                      <ns1:pt x="0" y="16"/>
                    </ns1:ln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4" name="任意多边形 13">
                <ns1:extLst>
                  <ns1:ext uri="{FF2B5EF4-FFF2-40B4-BE49-F238E27FC236}">
                    <ns2:creationId id="{CE2492AC-CD70-40FA-8834-39B84B8B1773}"/>
                  </ns1:ext>
                </ns1:extLst>
              </ns0:cNvPr>
              <ns0:cNvSpPr/>
              <ns0:nvPr/>
            </ns0:nvSpPr>
            <ns0:spPr>
              <ns1:xfrm>
                <ns1:off x="7133" y="5125"/>
                <ns1:ext cx="3172" cy="39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598" h="690">
                    <ns1:moveTo>
                      <ns1:pt x="5553" y="379"/>
                    </ns1:moveTo>
                    <ns1:cubicBezTo>
                      <ns1:pt x="5593" y="383"/>
                      <ns1:pt x="5597" y="421"/>
                      <ns1:pt x="5482" y="413"/>
                    </ns1:cubicBezTo>
                    <ns1:cubicBezTo>
                      <ns1:pt x="5098" y="383"/>
                      <ns1:pt x="4169" y="236"/>
                      <ns1:pt x="3785" y="187"/>
                    </ns1:cubicBezTo>
                    <ns1:cubicBezTo>
                      <ns1:pt x="3196" y="113"/>
                      <ns1:pt x="3120" y="187"/>
                      <ns1:pt x="2930" y="325"/>
                    </ns1:cubicBezTo>
                    <ns1:cubicBezTo>
                      <ns1:pt x="2597" y="564"/>
                      <ns1:pt x="2121" y="679"/>
                      <ns1:pt x="1721" y="681"/>
                    </ns1:cubicBezTo>
                    <ns1:lnTo>
                      <ns1:pt x="81" y="688"/>
                    </ns1:lnTo>
                    <ns1:cubicBezTo>
                      <ns1:pt x="0" y="689"/>
                      <ns1:pt x="2" y="630"/>
                      <ns1:pt x="81" y="631"/>
                    </ns1:cubicBezTo>
                    <ns1:cubicBezTo>
                      <ns1:pt x="197" y="628"/>
                      <ns1:pt x="1380" y="608"/>
                      <ns1:pt x="1659" y="608"/>
                    </ns1:cubicBezTo>
                    <ns1:cubicBezTo>
                      <ns1:pt x="1937" y="608"/>
                      <ns1:pt x="2205" y="557"/>
                      <ns1:pt x="2331" y="506"/>
                    </ns1:cubicBezTo>
                    <ns1:cubicBezTo>
                      <ns1:pt x="2456" y="455"/>
                      <ns1:pt x="2634" y="349"/>
                      <ns1:pt x="2821" y="196"/>
                    </ns1:cubicBezTo>
                    <ns1:cubicBezTo>
                      <ns1:pt x="3008" y="44"/>
                      <ns1:pt x="3177" y="0"/>
                      <ns1:pt x="3766" y="90"/>
                    </ns1:cubicBezTo>
                    <ns1:cubicBezTo>
                      <ns1:pt x="4353" y="178"/>
                      <ns1:pt x="5145" y="319"/>
                      <ns1:pt x="5553" y="379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5" name="任意多边形 14">
                <ns1:extLst>
                  <ns1:ext uri="{FF2B5EF4-FFF2-40B4-BE49-F238E27FC236}">
                    <ns2:creationId id="{EE8D9CA8-C0AA-4664-BE0F-1B486E10C28D}"/>
                  </ns1:ext>
                </ns1:extLst>
              </ns0:cNvPr>
              <ns0:cNvSpPr/>
              <ns0:nvPr/>
            </ns0:nvSpPr>
            <ns0:spPr>
              <ns1:xfrm>
                <ns1:off x="8240" y="5565"/>
                <ns1:ext cx="3595" cy="315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6339" h="554">
                    <ns1:moveTo>
                      <ns1:pt x="2576" y="408"/>
                    </ns1:moveTo>
                    <ns1:cubicBezTo>
                      <ns1:pt x="1901" y="371"/>
                      <ns1:pt x="1294" y="339"/>
                      <ns1:pt x="970" y="234"/>
                    </ns1:cubicBezTo>
                    <ns1:cubicBezTo>
                      <ns1:pt x="672" y="138"/>
                      <ns1:pt x="586" y="101"/>
                      <ns1:pt x="423" y="51"/>
                    </ns1:cubicBezTo>
                    <ns1:cubicBezTo>
                      <ns1:pt x="261" y="0"/>
                      <ns1:pt x="16" y="28"/>
                      <ns1:pt x="7" y="30"/>
                    </ns1:cubicBezTo>
                    <ns1:cubicBezTo>
                      <ns1:pt x="0" y="30"/>
                      <ns1:pt x="182" y="34"/>
                      <ns1:pt x="388" y="136"/>
                    </ns1:cubicBezTo>
                    <ns1:cubicBezTo>
                      <ns1:pt x="594" y="237"/>
                      <ns1:pt x="728" y="318"/>
                      <ns1:pt x="982" y="392"/>
                    </ns1:cubicBezTo>
                    <ns1:cubicBezTo>
                      <ns1:pt x="1317" y="489"/>
                      <ns1:pt x="1846" y="553"/>
                      <ns1:pt x="2530" y="542"/>
                    </ns1:cubicBezTo>
                    <ns1:cubicBezTo>
                      <ns1:pt x="3473" y="526"/>
                      <ns1:pt x="5683" y="433"/>
                      <ns1:pt x="6239" y="459"/>
                    </ns1:cubicBezTo>
                    <ns1:cubicBezTo>
                      <ns1:pt x="6297" y="463"/>
                      <ns1:pt x="6338" y="436"/>
                      <ns1:pt x="6248" y="419"/>
                    </ns1:cubicBezTo>
                    <ns1:cubicBezTo>
                      <ns1:pt x="5870" y="350"/>
                      <ns1:pt x="3205" y="442"/>
                      <ns1:pt x="2576" y="40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6" name="任意多边形 15">
                <ns1:extLst>
                  <ns1:ext uri="{FF2B5EF4-FFF2-40B4-BE49-F238E27FC236}">
                    <ns2:creationId id="{C4EBE30D-F8EB-47C5-88D5-C1F35339F0B6}"/>
                  </ns1:ext>
                </ns1:extLst>
              </ns0:cNvPr>
              <ns0:cNvSpPr/>
              <ns0:nvPr/>
            </ns0:nvSpPr>
            <ns0:spPr>
              <ns1:xfrm>
                <ns1:off x="8853" y="4645"/>
                <ns1:ext cx="327" cy="500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576" h="882">
                    <ns1:moveTo>
                      <ns1:pt x="194" y="848"/>
                    </ns1:moveTo>
                    <ns1:cubicBezTo>
                      <ns1:pt x="203" y="834"/>
                      <ns1:pt x="203" y="820"/>
                      <ns1:pt x="196" y="744"/>
                    </ns1:cubicBezTo>
                    <ns1:cubicBezTo>
                      <ns1:pt x="189" y="666"/>
                      <ns1:pt x="173" y="509"/>
                      <ns1:pt x="286" y="307"/>
                    </ns1:cubicBezTo>
                    <ns1:cubicBezTo>
                      <ns1:pt x="388" y="122"/>
                      <ns1:pt x="501" y="53"/>
                      <ns1:pt x="554" y="30"/>
                    </ns1:cubicBezTo>
                    <ns1:cubicBezTo>
                      <ns1:pt x="575" y="21"/>
                      <ns1:pt x="570" y="0"/>
                      <ns1:pt x="518" y="23"/>
                    </ns1:cubicBezTo>
                    <ns1:cubicBezTo>
                      <ns1:pt x="465" y="46"/>
                      <ns1:pt x="300" y="127"/>
                      <ns1:pt x="189" y="307"/>
                    </ns1:cubicBezTo>
                    <ns1:cubicBezTo>
                      <ns1:pt x="64" y="509"/>
                      <ns1:pt x="62" y="702"/>
                      <ns1:pt x="48" y="770"/>
                    </ns1:cubicBezTo>
                    <ns1:cubicBezTo>
                      <ns1:pt x="34" y="839"/>
                      <ns1:pt x="19" y="860"/>
                      <ns1:pt x="0" y="881"/>
                    </ns1:cubicBezTo>
                    <ns1:cubicBezTo>
                      <ns1:pt x="46" y="860"/>
                      <ns1:pt x="164" y="844"/>
                      <ns1:pt x="194" y="848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7" name="任意多边形 16">
                <ns1:extLst>
                  <ns1:ext uri="{FF2B5EF4-FFF2-40B4-BE49-F238E27FC236}">
                    <ns2:creationId id="{E4B4C836-B70F-43D4-92EE-534CBC08FB9E}"/>
                  </ns1:ext>
                </ns1:extLst>
              </ns0:cNvPr>
              <ns0:cNvSpPr/>
              <ns0:nvPr/>
            </ns0:nvSpPr>
            <ns0:spPr>
              <ns1:xfrm>
                <ns1:off x="9070" y="4668"/>
                <ns1:ext cx="473" cy="537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34" h="946">
                    <ns1:moveTo>
                      <ns1:pt x="455" y="873"/>
                    </ns1:moveTo>
                    <ns1:cubicBezTo>
                      <ns1:pt x="311" y="825"/>
                      <ns1:pt x="224" y="767"/>
                      <ns1:pt x="140" y="658"/>
                    </ns1:cubicBezTo>
                    <ns1:cubicBezTo>
                      <ns1:pt x="57" y="548"/>
                      <ns1:pt x="0" y="307"/>
                      <ns1:pt x="85" y="143"/>
                    </ns1:cubicBezTo>
                    <ns1:cubicBezTo>
                      <ns1:pt x="131" y="53"/>
                      <ns1:pt x="216" y="0"/>
                      <ns1:pt x="226" y="16"/>
                    </ns1:cubicBezTo>
                    <ns1:cubicBezTo>
                      <ns1:pt x="231" y="25"/>
                      <ns1:pt x="200" y="26"/>
                      <ns1:pt x="156" y="107"/>
                    </ns1:cubicBezTo>
                    <ns1:cubicBezTo>
                      <ns1:pt x="52" y="300"/>
                      <ns1:pt x="154" y="511"/>
                      <ns1:pt x="279" y="628"/>
                    </ns1:cubicBezTo>
                    <ns1:cubicBezTo>
                      <ns1:pt x="402" y="744"/>
                      <ns1:pt x="637" y="869"/>
                      <ns1:pt x="833" y="945"/>
                    </ns1:cubicBezTo>
                    <ns1:cubicBezTo>
                      <ns1:pt x="711" y="925"/>
                      <ns1:pt x="455" y="873"/>
                      <ns1:pt x="455" y="873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8" name="任意多边形 17">
                <ns1:extLst>
                  <ns1:ext uri="{FF2B5EF4-FFF2-40B4-BE49-F238E27FC236}">
                    <ns2:creationId id="{23914364-8D9B-4276-8773-EDC12ACA9BEB}"/>
                  </ns1:ext>
                </ns1:extLst>
              </ns0:cNvPr>
              <ns0:cNvSpPr/>
              <ns0:nvPr/>
            </ns0:nvSpPr>
            <ns0:spPr>
              <ns1:xfrm>
                <ns1:off x="9010" y="5860"/>
                <ns1:ext cx="468" cy="35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826" h="632">
                    <ns1:moveTo>
                      <ns1:pt x="553" y="72"/>
                    </ns1:moveTo>
                    <ns1:cubicBezTo>
                      <ns1:pt x="504" y="333"/>
                      <ns1:pt x="673" y="471"/>
                      <ns1:pt x="784" y="578"/>
                    </ns1:cubicBezTo>
                    <ns1:cubicBezTo>
                      <ns1:pt x="825" y="631"/>
                      <ns1:pt x="728" y="617"/>
                      <ns1:pt x="703" y="612"/>
                    </ns1:cubicBezTo>
                    <ns1:cubicBezTo>
                      <ns1:pt x="284" y="504"/>
                      <ns1:pt x="340" y="122"/>
                      <ns1:pt x="0" y="0"/>
                    </ns1:cubicBezTo>
                    <ns1:cubicBezTo>
                      <ns1:pt x="305" y="76"/>
                      <ns1:pt x="553" y="72"/>
                      <ns1:pt x="553" y="72"/>
                    </ns1:cubicBezTo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sp>
            <ns0:nvSpPr>
              <ns0:cNvPr id="229" name="任意多边形 18">
                <ns1:extLst>
                  <ns1:ext uri="{FF2B5EF4-FFF2-40B4-BE49-F238E27FC236}">
                    <ns2:creationId id="{1482D98C-004C-4E70-A854-593224DB04C1}"/>
                  </ns1:ext>
                </ns1:extLst>
              </ns0:cNvPr>
              <ns0:cNvSpPr/>
              <ns0:nvPr/>
            </ns0:nvSpPr>
            <ns0:spPr>
              <ns1:xfrm>
                <ns1:off x="9248" y="5315"/>
                <ns1:ext cx="2515" cy="398"/>
              </ns1:xfrm>
              <ns1:custGeom>
                <ns1:avLst/>
                <ns1:gdLst/>
                <ns1:ahLst/>
                <ns1:cxnLst/>
                <ns1:rect l="0" t="0" r="0" b="0"/>
                <ns1:pathLst>
                  <ns1:path w="4435" h="702">
                    <ns1:moveTo>
                      <ns1:pt x="0" y="423"/>
                    </ns1:moveTo>
                    <ns1:cubicBezTo>
                      <ns1:pt x="0" y="384"/>
                      <ns1:pt x="6" y="342"/>
                      <ns1:pt x="18" y="298"/>
                    </ns1:cubicBezTo>
                    <ns1:cubicBezTo>
                      <ns1:pt x="34" y="238"/>
                      <ns1:pt x="57" y="187"/>
                      <ns1:pt x="90" y="143"/>
                    </ns1:cubicBezTo>
                    <ns1:cubicBezTo>
                      <ns1:pt x="122" y="99"/>
                      <ns1:pt x="163" y="65"/>
                      <ns1:pt x="212" y="39"/>
                    </ns1:cubicBezTo>
                    <ns1:cubicBezTo>
                      <ns1:pt x="261" y="14"/>
                      <ns1:pt x="316" y="2"/>
                      <ns1:pt x="380" y="2"/>
                    </ns1:cubicBezTo>
                    <ns1:cubicBezTo>
                      <ns1:pt x="462" y="2"/>
                      <ns1:pt x="531" y="28"/>
                      <ns1:pt x="582" y="79"/>
                    </ns1:cubicBezTo>
                    <ns1:cubicBezTo>
                      <ns1:pt x="633" y="130"/>
                      <ns1:pt x="660" y="199"/>
                      <ns1:pt x="660" y="285"/>
                    </ns1:cubicBezTo>
                    <ns1:cubicBezTo>
                      <ns1:pt x="660" y="356"/>
                      <ns1:pt x="644" y="425"/>
                      <ns1:pt x="611" y="492"/>
                    </ns1:cubicBezTo>
                    <ns1:cubicBezTo>
                      <ns1:pt x="577" y="559"/>
                      <ns1:pt x="531" y="609"/>
                      <ns1:pt x="475" y="644"/>
                    </ns1:cubicBezTo>
                    <ns1:cubicBezTo>
                      <ns1:pt x="417" y="679"/>
                      <ns1:pt x="351" y="697"/>
                      <ns1:pt x="279" y="697"/>
                    </ns1:cubicBezTo>
                    <ns1:cubicBezTo>
                      <ns1:pt x="216" y="697"/>
                      <ns1:pt x="162" y="684"/>
                      <ns1:pt x="120" y="655"/>
                    </ns1:cubicBezTo>
                    <ns1:cubicBezTo>
                      <ns1:pt x="77" y="627"/>
                      <ns1:pt x="48" y="592"/>
                      <ns1:pt x="30" y="550"/>
                    </ns1:cubicBezTo>
                    <ns1:cubicBezTo>
                      <ns1:pt x="11" y="509"/>
                      <ns1:pt x="0" y="467"/>
                      <ns1:pt x="0" y="423"/>
                    </ns1:cubicBezTo>
                    <ns1:close/>
                    <ns1:moveTo>
                      <ns1:pt x="138" y="421"/>
                    </ns1:moveTo>
                    <ns1:cubicBezTo>
                      <ns1:pt x="138" y="467"/>
                      <ns1:pt x="152" y="506"/>
                      <ns1:pt x="180" y="538"/>
                    </ns1:cubicBezTo>
                    <ns1:cubicBezTo>
                      <ns1:pt x="209" y="569"/>
                      <ns1:pt x="246" y="585"/>
                      <ns1:pt x="291" y="585"/>
                    </ns1:cubicBezTo>
                    <ns1:cubicBezTo>
                      <ns1:pt x="328" y="585"/>
                      <ns1:pt x="365" y="573"/>
                      <ns1:pt x="399" y="548"/>
                    </ns1:cubicBezTo>
                    <ns1:cubicBezTo>
                      <ns1:pt x="434" y="523"/>
                      <ns1:pt x="462" y="486"/>
                      <ns1:pt x="485" y="435"/>
                    </ns1:cubicBezTo>
                    <ns1:cubicBezTo>
                      <ns1:pt x="508" y="384"/>
                      <ns1:pt x="519" y="337"/>
                      <ns1:pt x="519" y="289"/>
                    </ns1:cubicBezTo>
                    <ns1:cubicBezTo>
                      <ns1:pt x="519" y="236"/>
                      <ns1:pt x="505" y="194"/>
                      <ns1:pt x="477" y="164"/>
                    </ns1:cubicBezTo>
                    <ns1:cubicBezTo>
                      <ns1:pt x="448" y="134"/>
                      <ns1:pt x="411" y="118"/>
                      <ns1:pt x="367" y="118"/>
                    </ns1:cubicBezTo>
                    <ns1:cubicBezTo>
                      <ns1:pt x="300" y="118"/>
                      <ns1:pt x="244" y="150"/>
                      <ns1:pt x="201" y="213"/>
                    </ns1:cubicBezTo>
                    <ns1:cubicBezTo>
                      <ns1:pt x="159" y="275"/>
                      <ns1:pt x="138" y="345"/>
                      <ns1:pt x="138" y="421"/>
                    </ns1:cubicBezTo>
                    <ns1:close/>
                    <ns1:moveTo>
                      <ns1:pt x="980" y="504"/>
                    </ns1:moveTo>
                    <ns1:lnTo>
                      <ns1:pt x="1108" y="525"/>
                    </ns1:lnTo>
                    <ns1:cubicBezTo>
                      <ns1:pt x="1087" y="583"/>
                      <ns1:pt x="1056" y="625"/>
                      <ns1:pt x="1015" y="655"/>
                    </ns1:cubicBezTo>
                    <ns1:cubicBezTo>
                      <ns1:pt x="974" y="685"/>
                      <ns1:pt x="925" y="699"/>
                      <ns1:pt x="870" y="699"/>
                    </ns1:cubicBezTo>
                    <ns1:cubicBezTo>
                      <ns1:pt x="810" y="699"/>
                      <ns1:pt x="760" y="681"/>
                      <ns1:pt x="723" y="642"/>
                    </ns1:cubicBezTo>
                    <ns1:cubicBezTo>
                      <ns1:pt x="686" y="605"/>
                      <ns1:pt x="669" y="555"/>
                      <ns1:pt x="669" y="490"/>
                    </ns1:cubicBezTo>
                    <ns1:cubicBezTo>
                      <ns1:pt x="669" y="437"/>
                      <ns1:pt x="679" y="386"/>
                      <ns1:pt x="702" y="340"/>
                    </ns1:cubicBezTo>
                    <ns1:cubicBezTo>
                      <ns1:pt x="723" y="293"/>
                      <ns1:pt x="757" y="256"/>
                      <ns1:pt x="803" y="229"/>
                    </ns1:cubicBezTo>
                    <ns1:cubicBezTo>
                      <ns1:pt x="846" y="203"/>
                      <ns1:pt x="895" y="189"/>
                      <ns1:pt x="948" y="189"/>
                    </ns1:cubicBezTo>
                    <ns1:cubicBezTo>
                      <ns1:pt x="1006" y="189"/>
                      <ns1:pt x="1052" y="204"/>
                      <ns1:pt x="1086" y="234"/>
                    </ns1:cubicBezTo>
                    <ns1:cubicBezTo>
                      <ns1:pt x="1121" y="264"/>
                      <ns1:pt x="1138" y="303"/>
                      <ns1:pt x="1144" y="352"/>
                    </ns1:cubicBezTo>
                    <ns1:lnTo>
                      <ns1:pt x="1019" y="367"/>
                    </ns1:lnTo>
                    <ns1:cubicBezTo>
                      <ns1:pt x="1015" y="338"/>
                      <ns1:pt x="1006" y="319"/>
                      <ns1:pt x="994" y="307"/>
                    </ns1:cubicBezTo>
                    <ns1:cubicBezTo>
                      <ns1:pt x="980" y="294"/>
                      <ns1:pt x="962" y="287"/>
                      <ns1:pt x="941" y="287"/>
                    </ns1:cubicBezTo>
                    <ns1:cubicBezTo>
                      <ns1:pt x="916" y="287"/>
                      <ns1:pt x="892" y="298"/>
                      <ns1:pt x="870" y="315"/>
                    </ns1:cubicBezTo>
                    <ns1:cubicBezTo>
                      <ns1:pt x="848" y="335"/>
                      <ns1:pt x="832" y="363"/>
                      <ns1:pt x="819" y="400"/>
                    </ns1:cubicBezTo>
                    <ns1:cubicBezTo>
                      <ns1:pt x="808" y="437"/>
                      <ns1:pt x="803" y="474"/>
                      <ns1:pt x="803" y="506"/>
                    </ns1:cubicBezTo>
                    <ns1:cubicBezTo>
                      <ns1:pt x="803" y="534"/>
                      <ns1:pt x="810" y="557"/>
                      <ns1:pt x="823" y="573"/>
                    </ns1:cubicBezTo>
                    <ns1:cubicBezTo>
                      <ns1:pt x="837" y="589"/>
                      <ns1:pt x="855" y="595"/>
                      <ns1:pt x="876" y="595"/>
                    </ns1:cubicBezTo>
                    <ns1:cubicBezTo>
                      <ns1:pt x="897" y="595"/>
                      <ns1:pt x="918" y="587"/>
                      <ns1:pt x="937" y="573"/>
                    </ns1:cubicBezTo>
                    <ns1:cubicBezTo>
                      <ns1:pt x="953" y="557"/>
                      <ns1:pt x="967" y="534"/>
                      <ns1:pt x="980" y="504"/>
                    </ns1:cubicBezTo>
                    <ns1:close/>
                    <ns1:moveTo>
                      <ns1:pt x="1606" y="485"/>
                    </ns1:moveTo>
                    <ns1:lnTo>
                      <ns1:pt x="1274" y="485"/>
                    </ns1:lnTo>
                    <ns1:cubicBezTo>
                      <ns1:pt x="1274" y="490"/>
                      <ns1:pt x="1274" y="494"/>
                      <ns1:pt x="1274" y="497"/>
                    </ns1:cubicBezTo>
                    <ns1:cubicBezTo>
                      <ns1:pt x="1274" y="529"/>
                      <ns1:pt x="1283" y="555"/>
                      <ns1:pt x="1302" y="575"/>
                    </ns1:cubicBezTo>
                    <ns1:cubicBezTo>
                      <ns1:pt x="1322" y="595"/>
                      <ns1:pt x="1343" y="604"/>
                      <ns1:pt x="1371" y="604"/>
                    </ns1:cubicBezTo>
                    <ns1:cubicBezTo>
                      <ns1:pt x="1415" y="604"/>
                      <ns1:pt x="1449" y="582"/>
                      <ns1:pt x="1473" y="536"/>
                    </ns1:cubicBezTo>
                    <ns1:lnTo>
                      <ns1:pt x="1592" y="555"/>
                    </ns1:lnTo>
                    <ns1:cubicBezTo>
                      <ns1:pt x="1569" y="602"/>
                      <ns1:pt x="1539" y="638"/>
                      <ns1:pt x="1500" y="662"/>
                    </ns1:cubicBezTo>
                    <ns1:cubicBezTo>
                      <ns1:pt x="1461" y="687"/>
                      <ns1:pt x="1419" y="697"/>
                      <ns1:pt x="1371" y="697"/>
                    </ns1:cubicBezTo>
                    <ns1:cubicBezTo>
                      <ns1:pt x="1306" y="697"/>
                      <ns1:pt x="1251" y="676"/>
                      <ns1:pt x="1211" y="635"/>
                    </ns1:cubicBezTo>
                    <ns1:cubicBezTo>
                      <ns1:pt x="1170" y="594"/>
                      <ns1:pt x="1149" y="539"/>
                      <ns1:pt x="1149" y="471"/>
                    </ns1:cubicBezTo>
                    <ns1:cubicBezTo>
                      <ns1:pt x="1149" y="404"/>
                      <ns1:pt x="1168" y="344"/>
                      <ns1:pt x="1205" y="291"/>
                    </ns1:cubicBezTo>
                    <ns1:cubicBezTo>
                      <ns1:pt x="1257" y="220"/>
                      <ns1:pt x="1329" y="185"/>
                      <ns1:pt x="1422" y="185"/>
                    </ns1:cubicBezTo>
                    <ns1:cubicBezTo>
                      <ns1:pt x="1482" y="185"/>
                      <ns1:pt x="1530" y="203"/>
                      <ns1:pt x="1565" y="240"/>
                    </ns1:cubicBezTo>
                    <ns1:cubicBezTo>
                      <ns1:pt x="1600" y="277"/>
                      <ns1:pt x="1618" y="330"/>
                      <ns1:pt x="1618" y="395"/>
                    </ns1:cubicBezTo>
                    <ns1:cubicBezTo>
                      <ns1:pt x="1616" y="430"/>
                      <ns1:pt x="1613" y="460"/>
                      <ns1:pt x="1606" y="485"/>
                    </ns1:cubicBezTo>
                    <ns1:close/>
                    <ns1:moveTo>
                      <ns1:pt x="1495" y="404"/>
                    </ns1:moveTo>
                    <ns1:cubicBezTo>
                      <ns1:pt x="1495" y="398"/>
                      <ns1:pt x="1495" y="393"/>
                      <ns1:pt x="1495" y="389"/>
                    </ns1:cubicBezTo>
                    <ns1:cubicBezTo>
                      <ns1:pt x="1495" y="354"/>
                      <ns1:pt x="1488" y="326"/>
                      <ns1:pt x="1470" y="308"/>
                    </ns1:cubicBezTo>
                    <ns1:cubicBezTo>
                      <ns1:pt x="1454" y="291"/>
                      <ns1:pt x="1431" y="280"/>
                      <ns1:pt x="1405" y="280"/>
                    </ns1:cubicBezTo>
                    <ns1:cubicBezTo>
                      <ns1:pt x="1376" y="280"/>
                      <ns1:pt x="1354" y="291"/>
                      <ns1:pt x="1331" y="310"/>
                    </ns1:cubicBezTo>
                    <ns1:cubicBezTo>
                      <ns1:pt x="1309" y="331"/>
                      <ns1:pt x="1295" y="361"/>
                      <ns1:pt x="1287" y="402"/>
                    </ns1:cubicBezTo>
                    <ns1:lnTo>
                      <ns1:pt x="1495" y="402"/>
                    </ns1:lnTo>
                    <ns1:lnTo>
                      <ns1:pt x="1495" y="404"/>
                    </ns1:lnTo>
                    <ns1:close/>
                    <ns1:moveTo>
                      <ns1:pt x="1800" y="338"/>
                    </ns1:moveTo>
                    <ns1:lnTo>
                      <ns1:pt x="1671" y="328"/>
                    </ns1:lnTo>
                    <ns1:cubicBezTo>
                      <ns1:pt x="1685" y="284"/>
                      <ns1:pt x="1711" y="250"/>
                      <ns1:pt x="1748" y="226"/>
                    </ns1:cubicBezTo>
                    <ns1:cubicBezTo>
                      <ns1:pt x="1785" y="201"/>
                      <ns1:pt x="1835" y="189"/>
                      <ns1:pt x="1895" y="189"/>
                    </ns1:cubicBezTo>
                    <ns1:cubicBezTo>
                      <ns1:pt x="1958" y="189"/>
                      <ns1:pt x="2004" y="201"/>
                      <ns1:pt x="2034" y="227"/>
                    </ns1:cubicBezTo>
                    <ns1:cubicBezTo>
                      <ns1:pt x="2064" y="252"/>
                      <ns1:pt x="2080" y="284"/>
                      <ns1:pt x="2080" y="321"/>
                    </ns1:cubicBezTo>
                    <ns1:cubicBezTo>
                      <ns1:pt x="2080" y="335"/>
                      <ns1:pt x="2078" y="351"/>
                      <ns1:pt x="2076" y="367"/>
                    </ns1:cubicBezTo>
                    <ns1:cubicBezTo>
                      <ns1:pt x="2075" y="382"/>
                      <ns1:pt x="2064" y="427"/>
                      <ns1:pt x="2048" y="497"/>
                    </ns1:cubicBezTo>
                    <ns1:cubicBezTo>
                      <ns1:pt x="2036" y="555"/>
                      <ns1:pt x="2029" y="595"/>
                      <ns1:pt x="2029" y="619"/>
                    </ns1:cubicBezTo>
                    <ns1:cubicBezTo>
                      <ns1:pt x="2029" y="641"/>
                      <ns1:pt x="2032" y="664"/>
                      <ns1:pt x="2039" y="690"/>
                    </ns1:cubicBezTo>
                    <ns1:lnTo>
                      <ns1:pt x="1911" y="690"/>
                    </ns1:lnTo>
                    <ns1:cubicBezTo>
                      <ns1:pt x="1905" y="672"/>
                      <ns1:pt x="1902" y="653"/>
                      <ns1:pt x="1900" y="634"/>
                    </ns1:cubicBezTo>
                    <ns1:cubicBezTo>
                      <ns1:pt x="1881" y="655"/>
                      <ns1:pt x="1858" y="672"/>
                      <ns1:pt x="1833" y="683"/>
                    </ns1:cubicBezTo>
                    <ns1:cubicBezTo>
                      <ns1:pt x="1808" y="695"/>
                      <ns1:pt x="1782" y="701"/>
                      <ns1:pt x="1757" y="701"/>
                    </ns1:cubicBezTo>
                    <ns1:cubicBezTo>
                      <ns1:pt x="1717" y="701"/>
                      <ns1:pt x="1684" y="689"/>
                      <ns1:pt x="1657" y="662"/>
                    </ns1:cubicBezTo>
                    <ns1:cubicBezTo>
                      <ns1:pt x="1631" y="636"/>
                      <ns1:pt x="1618" y="600"/>
                      <ns1:pt x="1618" y="561"/>
                    </ns1:cubicBezTo>
                    <ns1:cubicBezTo>
                      <ns1:pt x="1618" y="513"/>
                      <ns1:pt x="1632" y="476"/>
                      <ns1:pt x="1662" y="448"/>
                    </ns1:cubicBezTo>
                    <ns1:cubicBezTo>
                      <ns1:pt x="1692" y="419"/>
                      <ns1:pt x="1743" y="404"/>
                      <ns1:pt x="1817" y="397"/>
                    </ns1:cubicBezTo>
                    <ns1:cubicBezTo>
                      <ns1:pt x="1881" y="391"/>
                      <ns1:pt x="1923" y="386"/>
                      <ns1:pt x="1942" y="377"/>
                    </ns1:cubicBezTo>
                    <ns1:cubicBezTo>
                      <ns1:pt x="1948" y="360"/>
                      <ns1:pt x="1951" y="344"/>
                      <ns1:pt x="1951" y="333"/>
                    </ns1:cubicBezTo>
                    <ns1:cubicBezTo>
                      <ns1:pt x="1951" y="319"/>
                      <ns1:pt x="1946" y="307"/>
                      <ns1:pt x="1934" y="298"/>
                    </ns1:cubicBezTo>
                    <ns1:cubicBezTo>
                      <ns1:pt x="1923" y="289"/>
                      <ns1:pt x="1905" y="284"/>
                      <ns1:pt x="1882" y="284"/>
                    </ns1:cubicBezTo>
                    <ns1:cubicBezTo>
                      <ns1:pt x="1860" y="284"/>
                      <ns1:pt x="1840" y="289"/>
                      <ns1:pt x="1826" y="298"/>
                    </ns1:cubicBezTo>
                    <ns1:cubicBezTo>
                      <ns1:pt x="1814" y="307"/>
                      <ns1:pt x="1805" y="321"/>
                      <ns1:pt x="1800" y="338"/>
                    </ns1:cubicBezTo>
                    <ns1:close/>
                    <ns1:moveTo>
                      <ns1:pt x="1925" y="460"/>
                    </ns1:moveTo>
                    <ns1:cubicBezTo>
                      <ns1:pt x="1916" y="462"/>
                      <ns1:pt x="1905" y="464"/>
                      <ns1:pt x="1893" y="467"/>
                    </ns1:cubicBezTo>
                    <ns1:cubicBezTo>
                      <ns1:pt x="1826" y="474"/>
                      <ns1:pt x="1784" y="486"/>
                      <ns1:pt x="1763" y="502"/>
                    </ns1:cubicBezTo>
                    <ns1:cubicBezTo>
                      <ns1:pt x="1748" y="513"/>
                      <ns1:pt x="1741" y="529"/>
                      <ns1:pt x="1741" y="546"/>
                    </ns1:cubicBezTo>
                    <ns1:cubicBezTo>
                      <ns1:pt x="1741" y="562"/>
                      <ns1:pt x="1747" y="574"/>
                      <ns1:pt x="1757" y="585"/>
                    </ns1:cubicBezTo>
                    <ns1:cubicBezTo>
                      <ns1:pt x="1768" y="595"/>
                      <ns1:pt x="1784" y="600"/>
                      <ns1:pt x="1801" y="600"/>
                    </ns1:cubicBezTo>
                    <ns1:cubicBezTo>
                      <ns1:pt x="1821" y="600"/>
                      <ns1:pt x="1840" y="595"/>
                      <ns1:pt x="1858" y="587"/>
                    </ns1:cubicBezTo>
                    <ns1:cubicBezTo>
                      <ns1:pt x="1875" y="576"/>
                      <ns1:pt x="1890" y="564"/>
                      <ns1:pt x="1897" y="550"/>
                    </ns1:cubicBezTo>
                    <ns1:cubicBezTo>
                      <ns1:pt x="1905" y="534"/>
                      <ns1:pt x="1912" y="511"/>
                      <ns1:pt x="1919" y="479"/>
                    </ns1:cubicBezTo>
                    <ns1:lnTo>
                      <ns1:pt x="1925" y="460"/>
                    </ns1:lnTo>
                    <ns1:close/>
                    <ns1:moveTo>
                      <ns1:pt x="2200" y="199"/>
                    </ns1:moveTo>
                    <ns1:lnTo>
                      <ns1:pt x="2325" y="199"/>
                    </ns1:lnTo>
                    <ns1:lnTo>
                      <ns1:pt x="2311" y="263"/>
                    </ns1:lnTo>
                    <ns1:cubicBezTo>
                      <ns1:pt x="2343" y="236"/>
                      <ns1:pt x="2371" y="217"/>
                      <ns1:pt x="2399" y="204"/>
                    </ns1:cubicBezTo>
                    <ns1:cubicBezTo>
                      <ns1:pt x="2427" y="194"/>
                      <ns1:pt x="2455" y="187"/>
                      <ns1:pt x="2485" y="187"/>
                    </ns1:cubicBezTo>
                    <ns1:cubicBezTo>
                      <ns1:pt x="2526" y="187"/>
                      <ns1:pt x="2558" y="199"/>
                      <ns1:pt x="2581" y="222"/>
                    </ns1:cubicBezTo>
                    <ns1:cubicBezTo>
                      <ns1:pt x="2604" y="245"/>
                      <ns1:pt x="2616" y="275"/>
                      <ns1:pt x="2616" y="314"/>
                    </ns1:cubicBezTo>
                    <ns1:cubicBezTo>
                      <ns1:pt x="2616" y="331"/>
                      <ns1:pt x="2611" y="363"/>
                      <ns1:pt x="2600" y="411"/>
                    </ns1:cubicBezTo>
                    <ns1:lnTo>
                      <ns1:pt x="2542" y="686"/>
                    </ns1:lnTo>
                    <ns1:lnTo>
                      <ns1:pt x="2410" y="686"/>
                    </ns1:lnTo>
                    <ns1:lnTo>
                      <ns1:pt x="2468" y="409"/>
                    </ns1:lnTo>
                    <ns1:cubicBezTo>
                      <ns1:pt x="2477" y="367"/>
                      <ns1:pt x="2480" y="342"/>
                      <ns1:pt x="2480" y="335"/>
                    </ns1:cubicBezTo>
                    <ns1:cubicBezTo>
                      <ns1:pt x="2480" y="317"/>
                      <ns1:pt x="2475" y="305"/>
                      <ns1:pt x="2466" y="294"/>
                    </ns1:cubicBezTo>
                    <ns1:cubicBezTo>
                      <ns1:pt x="2455" y="285"/>
                      <ns1:pt x="2441" y="280"/>
                      <ns1:pt x="2424" y="280"/>
                    </ns1:cubicBezTo>
                    <ns1:cubicBezTo>
                      <ns1:pt x="2404" y="280"/>
                      <ns1:pt x="2383" y="289"/>
                      <ns1:pt x="2360" y="305"/>
                    </ns1:cubicBezTo>
                    <ns1:cubicBezTo>
                      <ns1:pt x="2336" y="321"/>
                      <ns1:pt x="2318" y="342"/>
                      <ns1:pt x="2304" y="370"/>
                    </ns1:cubicBezTo>
                    <ns1:cubicBezTo>
                      <ns1:pt x="2293" y="389"/>
                      <ns1:pt x="2283" y="428"/>
                      <ns1:pt x="2270" y="486"/>
                    </ns1:cubicBezTo>
                    <ns1:lnTo>
                      <ns1:pt x="2228" y="686"/>
                    </ns1:lnTo>
                    <ns1:lnTo>
                      <ns1:pt x="2096" y="686"/>
                    </ns1:lnTo>
                    <ns1:lnTo>
                      <ns1:pt x="2200" y="199"/>
                    </ns1:lnTo>
                    <ns1:close/>
                    <ns1:moveTo>
                      <ns1:pt x="2651" y="469"/>
                    </ns1:moveTo>
                    <ns1:lnTo>
                      <ns1:pt x="2783" y="462"/>
                    </ns1:lnTo>
                    <ns1:cubicBezTo>
                      <ns1:pt x="2785" y="504"/>
                      <ns1:pt x="2792" y="532"/>
                      <ns1:pt x="2805" y="546"/>
                    </ns1:cubicBezTo>
                    <ns1:cubicBezTo>
                      <ns1:pt x="2826" y="571"/>
                      <ns1:pt x="2863" y="583"/>
                      <ns1:pt x="2917" y="583"/>
                    </ns1:cubicBezTo>
                    <ns1:cubicBezTo>
                      <ns1:pt x="2963" y="583"/>
                      <ns1:pt x="2995" y="575"/>
                      <ns1:pt x="3016" y="559"/>
                    </ns1:cubicBezTo>
                    <ns1:cubicBezTo>
                      <ns1:pt x="3037" y="543"/>
                      <ns1:pt x="3046" y="522"/>
                      <ns1:pt x="3046" y="499"/>
                    </ns1:cubicBezTo>
                    <ns1:cubicBezTo>
                      <ns1:pt x="3046" y="479"/>
                      <ns1:pt x="3037" y="462"/>
                      <ns1:pt x="3021" y="448"/>
                    </ns1:cubicBezTo>
                    <ns1:cubicBezTo>
                      <ns1:pt x="3009" y="437"/>
                      <ns1:pt x="2977" y="421"/>
                      <ns1:pt x="2924" y="398"/>
                    </ns1:cubicBezTo>
                    <ns1:cubicBezTo>
                      <ns1:pt x="2872" y="375"/>
                      <ns1:pt x="2835" y="356"/>
                      <ns1:pt x="2810" y="342"/>
                    </ns1:cubicBezTo>
                    <ns1:cubicBezTo>
                      <ns1:pt x="2785" y="326"/>
                      <ns1:pt x="2766" y="307"/>
                      <ns1:pt x="2753" y="282"/>
                    </ns1:cubicBezTo>
                    <ns1:cubicBezTo>
                      <ns1:pt x="2739" y="257"/>
                      <ns1:pt x="2732" y="229"/>
                      <ns1:pt x="2732" y="197"/>
                    </ns1:cubicBezTo>
                    <ns1:cubicBezTo>
                      <ns1:pt x="2732" y="141"/>
                      <ns1:pt x="2753" y="93"/>
                      <ns1:pt x="2794" y="56"/>
                    </ns1:cubicBezTo>
                    <ns1:cubicBezTo>
                      <ns1:pt x="2835" y="19"/>
                      <ns1:pt x="2894" y="0"/>
                      <ns1:pt x="2972" y="0"/>
                    </ns1:cubicBezTo>
                    <ns1:cubicBezTo>
                      <ns1:pt x="3051" y="0"/>
                      <ns1:pt x="3113" y="19"/>
                      <ns1:pt x="3155" y="56"/>
                    </ns1:cubicBezTo>
                    <ns1:cubicBezTo>
                      <ns1:pt x="3199" y="93"/>
                      <ns1:pt x="3222" y="143"/>
                      <ns1:pt x="3228" y="204"/>
                    </ns1:cubicBezTo>
                    <ns1:lnTo>
                      <ns1:pt x="3094" y="210"/>
                    </ns1:lnTo>
                    <ns1:cubicBezTo>
                      <ns1:pt x="3090" y="178"/>
                      <ns1:pt x="3078" y="153"/>
                      <ns1:pt x="3058" y="136"/>
                    </ns1:cubicBezTo>
                    <ns1:cubicBezTo>
                      <ns1:pt x="3039" y="118"/>
                      <ns1:pt x="3009" y="109"/>
                      <ns1:pt x="2970" y="109"/>
                    </ns1:cubicBezTo>
                    <ns1:cubicBezTo>
                      <ns1:pt x="2931" y="109"/>
                      <ns1:pt x="2905" y="116"/>
                      <ns1:pt x="2887" y="129"/>
                    </ns1:cubicBezTo>
                    <ns1:cubicBezTo>
                      <ns1:pt x="2872" y="143"/>
                      <ns1:pt x="2863" y="159"/>
                      <ns1:pt x="2863" y="180"/>
                    </ns1:cubicBezTo>
                    <ns1:cubicBezTo>
                      <ns1:pt x="2863" y="199"/>
                      <ns1:pt x="2870" y="215"/>
                      <ns1:pt x="2886" y="227"/>
                    </ns1:cubicBezTo>
                    <ns1:cubicBezTo>
                      <ns1:pt x="2900" y="240"/>
                      <ns1:pt x="2933" y="257"/>
                      <ns1:pt x="2986" y="280"/>
                    </ns1:cubicBezTo>
                    <ns1:cubicBezTo>
                      <ns1:pt x="3064" y="314"/>
                      <ns1:pt x="3113" y="340"/>
                      <ns1:pt x="3134" y="361"/>
                    </ns1:cubicBezTo>
                    <ns1:cubicBezTo>
                      <ns1:pt x="3166" y="391"/>
                      <ns1:pt x="3182" y="432"/>
                      <ns1:pt x="3182" y="479"/>
                    </ns1:cubicBezTo>
                    <ns1:cubicBezTo>
                      <ns1:pt x="3182" y="539"/>
                      <ns1:pt x="3159" y="590"/>
                      <ns1:pt x="3111" y="632"/>
                    </ns1:cubicBezTo>
                    <ns1:cubicBezTo>
                      <ns1:pt x="3064" y="674"/>
                      <ns1:pt x="2998" y="695"/>
                      <ns1:pt x="2914" y="695"/>
                    </ns1:cubicBezTo>
                    <ns1:cubicBezTo>
                      <ns1:pt x="2856" y="695"/>
                      <ns1:pt x="2806" y="685"/>
                      <ns1:pt x="2762" y="667"/>
                    </ns1:cubicBezTo>
                    <ns1:cubicBezTo>
                      <ns1:pt x="2720" y="648"/>
                      <ns1:pt x="2690" y="619"/>
                      <ns1:pt x="2672" y="587"/>
                    </ns1:cubicBezTo>
                    <ns1:cubicBezTo>
                      <ns1:pt x="2658" y="555"/>
                      <ns1:pt x="2651" y="515"/>
                      <ns1:pt x="2651" y="469"/>
                    </ns1:cubicBezTo>
                    <ns1:close/>
                    <ns1:moveTo>
                      <ns1:pt x="3251" y="298"/>
                    </ns1:moveTo>
                    <ns1:lnTo>
                      <ns1:pt x="3270" y="199"/>
                    </ns1:lnTo>
                    <ns1:lnTo>
                      <ns1:pt x="3333" y="199"/>
                    </ns1:lnTo>
                    <ns1:lnTo>
                      <ns1:pt x="3349" y="122"/>
                    </ns1:lnTo>
                    <ns1:lnTo>
                      <ns1:pt x="3501" y="30"/>
                    </ns1:lnTo>
                    <ns1:lnTo>
                      <ns1:pt x="3466" y="199"/>
                    </ns1:lnTo>
                    <ns1:lnTo>
                      <ns1:pt x="3547" y="199"/>
                    </ns1:lnTo>
                    <ns1:lnTo>
                      <ns1:pt x="3526" y="298"/>
                    </ns1:lnTo>
                    <ns1:lnTo>
                      <ns1:pt x="3445" y="298"/>
                    </ns1:lnTo>
                    <ns1:lnTo>
                      <ns1:pt x="3402" y="502"/>
                    </ns1:lnTo>
                    <ns1:cubicBezTo>
                      <ns1:pt x="3395" y="539"/>
                      <ns1:pt x="3390" y="561"/>
                      <ns1:pt x="3390" y="566"/>
                    </ns1:cubicBezTo>
                    <ns1:cubicBezTo>
                      <ns1:pt x="3390" y="576"/>
                      <ns1:pt x="3393" y="583"/>
                      <ns1:pt x="3399" y="590"/>
                    </ns1:cubicBezTo>
                    <ns1:cubicBezTo>
                      <ns1:pt x="3406" y="595"/>
                      <ns1:pt x="3416" y="598"/>
                      <ns1:pt x="3434" y="598"/>
                    </ns1:cubicBezTo>
                    <ns1:cubicBezTo>
                      <ns1:pt x="3439" y="598"/>
                      <ns1:pt x="3455" y="597"/>
                      <ns1:pt x="3478" y="595"/>
                    </ns1:cubicBezTo>
                    <ns1:lnTo>
                      <ns1:pt x="3457" y="693"/>
                    </ns1:lnTo>
                    <ns1:cubicBezTo>
                      <ns1:pt x="3434" y="699"/>
                      <ns1:pt x="3411" y="701"/>
                      <ns1:pt x="3386" y="701"/>
                    </ns1:cubicBezTo>
                    <ns1:cubicBezTo>
                      <ns1:pt x="3341" y="701"/>
                      <ns1:pt x="3305" y="692"/>
                      <ns1:pt x="3284" y="674"/>
                    </ns1:cubicBezTo>
                    <ns1:cubicBezTo>
                      <ns1:pt x="3263" y="656"/>
                      <ns1:pt x="3252" y="632"/>
                      <ns1:pt x="3252" y="600"/>
                    </ns1:cubicBezTo>
                    <ns1:cubicBezTo>
                      <ns1:pt x="3252" y="587"/>
                      <ns1:pt x="3258" y="552"/>
                      <ns1:pt x="3270" y="497"/>
                    </ns1:cubicBezTo>
                    <ns1:lnTo>
                      <ns1:pt x="3311" y="300"/>
                    </ns1:lnTo>
                    <ns1:lnTo>
                      <ns1:pt x="3251" y="300"/>
                    </ns1:lnTo>
                    <ns1:lnTo>
                      <ns1:pt x="3251" y="298"/>
                    </ns1:lnTo>
                    <ns1:close/>
                    <ns1:moveTo>
                      <ns1:pt x="3508" y="485"/>
                    </ns1:moveTo>
                    <ns1:cubicBezTo>
                      <ns1:pt x="3508" y="523"/>
                      <ns1:pt x="3517" y="561"/>
                      <ns1:pt x="3534" y="592"/>
                    </ns1:cubicBezTo>
                    <ns1:cubicBezTo>
                      <ns1:pt x="3552" y="625"/>
                      <ns1:pt x="3579" y="652"/>
                      <ns1:pt x="3614" y="669"/>
                    </ns1:cubicBezTo>
                    <ns1:cubicBezTo>
                      <ns1:pt x="3649" y="687"/>
                      <ns1:pt x="3690" y="697"/>
                      <ns1:pt x="3737" y="697"/>
                    </ns1:cubicBezTo>
                    <ns1:cubicBezTo>
                      <ns1:pt x="3822" y="697"/>
                      <ns1:pt x="3891" y="669"/>
                      <ns1:pt x="3942" y="611"/>
                    </ns1:cubicBezTo>
                    <ns1:cubicBezTo>
                      <ns1:pt x="3993" y="553"/>
                      <ns1:pt x="4018" y="486"/>
                      <ns1:pt x="4018" y="407"/>
                    </ns1:cubicBezTo>
                    <ns1:cubicBezTo>
                      <ns1:pt x="4018" y="340"/>
                      <ns1:pt x="3996" y="285"/>
                      <ns1:pt x="3956" y="247"/>
                    </ns1:cubicBezTo>
                    <ns1:cubicBezTo>
                      <ns1:pt x="3915" y="206"/>
                      <ns1:pt x="3859" y="187"/>
                      <ns1:pt x="3787" y="187"/>
                    </ns1:cubicBezTo>
                    <ns1:cubicBezTo>
                      <ns1:pt x="3704" y="187"/>
                      <ns1:pt x="3637" y="213"/>
                      <ns1:pt x="3584" y="268"/>
                    </ns1:cubicBezTo>
                    <ns1:cubicBezTo>
                      <ns1:pt x="3534" y="322"/>
                      <ns1:pt x="3508" y="395"/>
                      <ns1:pt x="3508" y="485"/>
                    </ns1:cubicBezTo>
                    <ns1:close/>
                    <ns1:moveTo>
                      <ns1:pt x="3885" y="391"/>
                    </ns1:moveTo>
                    <ns1:cubicBezTo>
                      <ns1:pt x="3885" y="455"/>
                      <ns1:pt x="3868" y="508"/>
                      <ns1:pt x="3832" y="552"/>
                    </ns1:cubicBezTo>
                    <ns1:cubicBezTo>
                      <ns1:pt x="3808" y="583"/>
                      <ns1:pt x="3778" y="597"/>
                      <ns1:pt x="3741" y="597"/>
                    </ns1:cubicBezTo>
                    <ns1:cubicBezTo>
                      <ns1:pt x="3713" y="597"/>
                      <ns1:pt x="3688" y="587"/>
                      <ns1:pt x="3668" y="566"/>
                    </ns1:cubicBezTo>
                    <ns1:cubicBezTo>
                      <ns1:pt x="3649" y="546"/>
                      <ns1:pt x="3640" y="518"/>
                      <ns1:pt x="3640" y="483"/>
                    </ns1:cubicBezTo>
                    <ns1:cubicBezTo>
                      <ns1:pt x="3640" y="455"/>
                      <ns1:pt x="3647" y="425"/>
                      <ns1:pt x="3658" y="391"/>
                    </ns1:cubicBezTo>
                    <ns1:cubicBezTo>
                      <ns1:pt x="3670" y="358"/>
                      <ns1:pt x="3688" y="331"/>
                      <ns1:pt x="3709" y="314"/>
                    </ns1:cubicBezTo>
                    <ns1:cubicBezTo>
                      <ns1:pt x="3730" y="296"/>
                      <ns1:pt x="3757" y="287"/>
                      <ns1:pt x="3785" y="287"/>
                    </ns1:cubicBezTo>
                    <ns1:cubicBezTo>
                      <ns1:pt x="3813" y="287"/>
                      <ns1:pt x="3838" y="296"/>
                      <ns1:pt x="3855" y="315"/>
                    </ns1:cubicBezTo>
                    <ns1:cubicBezTo>
                      <ns1:pt x="3877" y="335"/>
                      <ns1:pt x="3885" y="360"/>
                      <ns1:pt x="3885" y="391"/>
                    </ns1:cubicBezTo>
                    <ns1:close/>
                    <ns1:moveTo>
                      <ns1:pt x="4118" y="199"/>
                    </ns1:moveTo>
                    <ns1:lnTo>
                      <ns1:pt x="4241" y="199"/>
                    </ns1:lnTo>
                    <ns1:lnTo>
                      <ns1:pt x="4222" y="294"/>
                    </ns1:lnTo>
                    <ns1:cubicBezTo>
                      <ns1:pt x="4268" y="224"/>
                      <ns1:pt x="4317" y="189"/>
                      <ns1:pt x="4372" y="189"/>
                    </ns1:cubicBezTo>
                    <ns1:cubicBezTo>
                      <ns1:pt x="4391" y="189"/>
                      <ns1:pt x="4411" y="194"/>
                      <ns1:pt x="4434" y="203"/>
                    </ns1:cubicBezTo>
                    <ns1:lnTo>
                      <ns1:pt x="4383" y="310"/>
                    </ns1:lnTo>
                    <ns1:cubicBezTo>
                      <ns1:pt x="4370" y="307"/>
                      <ns1:pt x="4358" y="303"/>
                      <ns1:pt x="4344" y="303"/>
                    </ns1:cubicBezTo>
                    <ns1:cubicBezTo>
                      <ns1:pt x="4321" y="303"/>
                      <ns1:pt x="4298" y="312"/>
                      <ns1:pt x="4275" y="330"/>
                    </ns1:cubicBezTo>
                    <ns1:cubicBezTo>
                      <ns1:pt x="4252" y="347"/>
                      <ns1:pt x="4233" y="370"/>
                      <ns1:pt x="4220" y="398"/>
                    </ns1:cubicBezTo>
                    <ns1:cubicBezTo>
                      <ns1:pt x="4206" y="427"/>
                      <ns1:pt x="4194" y="472"/>
                      <ns1:pt x="4182" y="534"/>
                    </ns1:cubicBezTo>
                    <ns1:lnTo>
                      <ns1:pt x="4150" y="686"/>
                    </ns1:lnTo>
                    <ns1:lnTo>
                      <ns1:pt x="4018" y="686"/>
                    </ns1:lnTo>
                    <ns1:lnTo>
                      <ns1:pt x="4118" y="199"/>
                    </ns1:lnTo>
                    <ns1:close/>
                  </ns1:path>
                </ns1:pathLst>
              </ns1:custGeom>
              <ns1:solidFill>
                <ns1:srgbClr val="606060"/>
              </ns1:solidFill>
              <ns1:ln w="9525">
                <ns1:noFill/>
              </ns1:ln>
            </ns0:spPr>
            <ns0:txBody>
              <ns1:bodyPr/>
              <ns1:lstStyle/>
              <ns1:p>
                <ns1:pPr marL="0" marR="0" lvl="0" indent="0" algn="l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2400" b="0" i="0" u="none" strike="noStrike" kern="1200" cap="none" spc="0" normalizeH="0" baseline="0" noProof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</ns0:grpSp>
      </ns0:grpSp>
      <ns0:pic>
        <ns0:nvPicPr>
          <ns0:cNvPr id="231" name="图片 230" descr="12">
            <ns1:extLst>
              <ns1:ext uri="{FF2B5EF4-FFF2-40B4-BE49-F238E27FC236}">
                <ns2:creationId id="{2971EE40-BA2A-41C8-9BD2-D4D8ED199039}"/>
              </ns1:ext>
            </ns1:extLst>
          </ns0:cNvPr>
          <ns0:cNvPicPr>
            <ns1:picLocks/>
          </ns0:cNvPicPr>
          <ns0:nvPr/>
        </ns0:nvPicPr>
        <ns0:blipFill>
          <ns1:blip ns3:embed="rId5"/>
          <ns1:stretch>
            <ns1:fillRect/>
          </ns1:stretch>
        </ns0:blipFill>
        <ns0:spPr>
          <ns1:xfrm rot="12530245">
            <ns1:off x="1970510" y="5498986"/>
            <ns1:ext cx="795758" cy="174888"/>
          </ns1:xfrm>
          <ns1:prstGeom prst="rect">
            <ns1:avLst/>
          </ns1:prstGeom>
        </ns0:spPr>
      </ns0:pic>
      <ns0:sp>
        <ns0:nvSpPr>
          <ns0:cNvPr id="90" name="矩形 89">
            <ns1:extLst>
              <ns1:ext uri="{FF2B5EF4-FFF2-40B4-BE49-F238E27FC236}">
                <ns2:creationId id="{44AF7466-AEF2-41A6-8E34-CA9687D130D9}"/>
              </ns1:ext>
            </ns1:extLst>
          </ns0:cNvPr>
          <ns0:cNvSpPr/>
          <ns0:nvPr/>
        </ns0:nvSpPr>
        <ns0:spPr>
          <ns1:xfrm>
            <ns1:off x="7738113" y="4947806"/>
            <ns1:ext cx="3984424" cy="1254189"/>
          </ns1:xfrm>
          <ns1:prstGeom prst="rect">
            <ns1:avLst/>
          </ns1:prstGeom>
        </ns0:spPr>
        <ns0:txBody>
          <ns1:bodyPr wrap="square">
            <ns1:spAutoFit/>
          </ns1:bodyPr>
          <ns1:lstStyle/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24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描述行1</ns1:t>
            </ns1:r>
            <ns1:endParaRPr kumimoji="0" lang="en-US" altLang="zh-CN" sz="2400" b="1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描述行2</ns1:t>
            </ns1:r>
            <ns1:r>
              <ns1:rPr kumimoji="0" lang="en-US" altLang="zh-CN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zh-CN" altLang="en-US" sz="14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SAN + NAS</ns1:t>
            </ns1:r>
            <ns1:r>
              <ns1:rPr kumimoji="0" lang="zh-CN" altLang="en-US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统一存储，易于管理和维护</ns1:t>
            </ns1:r>
          </ns1:p>
        </ns0:txBody>
      </ns0:sp>
      <ns0:grpSp>
        <ns0:nvGrpSpPr>
          <ns0:cNvPr id="232" name="组合 231">
            <ns1:extLst>
              <ns1:ext uri="{FF2B5EF4-FFF2-40B4-BE49-F238E27FC236}">
                <ns2:creationId id="{8C62453F-7D5F-4202-A2C6-B4BA8AEF3C8F}"/>
              </ns1:ext>
            </ns1:extLst>
          </ns0:cNvPr>
          <ns0:cNvGrpSpPr/>
          <ns0:nvPr/>
        </ns0:nvGrpSpPr>
        <ns0:grpSpPr>
          <ns1:xfrm>
            <ns1:off x="6925788" y="5214900"/>
            <ns1:ext cx="715669" cy="720000"/>
            <ns1:chOff x="6605647" y="5297405"/>
            <ns1:chExt cx="715669" cy="720000"/>
          </ns1:xfrm>
        </ns0:grpSpPr>
        <ns0:sp>
          <ns0:nvSpPr>
            <ns0:cNvPr id="233" name="矩形: 圆角 232">
              <ns1:extLst>
                <ns1:ext uri="{FF2B5EF4-FFF2-40B4-BE49-F238E27FC236}">
                  <ns2:creationId id="{D42C7A53-AB39-49FC-B5D1-346729D73569}"/>
                </ns1:ext>
              </ns1:extLst>
            </ns0:cNvPr>
            <ns0:cNvSpPr/>
            <ns0:nvPr/>
          </ns0:nvSpPr>
          <ns0:spPr>
            <ns1:xfrm>
              <ns1:off x="6605647" y="5297405"/>
              <ns1:ext cx="715669" cy="720000"/>
            </ns1:xfrm>
            <ns1:prstGeom prst="roundRect">
              <ns1:avLst/>
            </ns1:prstGeom>
            <ns1:solidFill>
              <ns1:srgbClr val="0070C0"/>
            </ns1:solidFill>
            <ns1:ln w="12700" cap="flat" cmpd="sng" algn="ctr">
              <ns1:noFill/>
              <ns1:prstDash val="solid"/>
              <ns1:miter lim="800000"/>
            </ns1:ln>
            <ns1:effectLst/>
          </ns0:spPr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0" cap="none" spc="0" normalizeH="0" baseline="0" noProof="0">
                <ns1:ln>
                  <ns1:noFill/>
                </ns1:ln>
                <ns1:solidFill>
                  <ns1:srgbClr val="1D1D1A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34" name="Freeform 17">
              <ns1:extLst>
                <ns1:ext uri="{FF2B5EF4-FFF2-40B4-BE49-F238E27FC236}">
                  <ns2:creationId id="{E5485DC8-4066-4B7D-9AC9-A06CB093EA97}"/>
                </ns1:ext>
              </ns1:extLst>
            </ns0:cNvPr>
            <ns0:cNvSpPr>
              <ns1:spLocks noChangeAspect="1" noEditPoints="1"/>
            </ns0:cNvSpPr>
            <ns0:nvPr/>
          </ns0:nvSpPr>
          <ns0:spPr bwMode="auto">
            <ns1:xfrm>
              <ns1:off x="6686056" y="5405405"/>
              <ns1:ext cx="554850" cy="504000"/>
            </ns1:xfrm>
            <ns1:custGeom>
              <ns1:avLst/>
              <ns1:gdLst>
                <ns1:gd name="T0" fmla="*/ 2729 w 2804"/>
                <ns1:gd name="T1" fmla="*/ 1177 h 2804"/>
                <ns1:gd name="T2" fmla="*/ 2655 w 2804"/>
                <ns1:gd name="T3" fmla="*/ 1251 h 2804"/>
                <ns1:gd name="T4" fmla="*/ 2655 w 2804"/>
                <ns1:gd name="T5" fmla="*/ 2418 h 2804"/>
                <ns1:gd name="T6" fmla="*/ 2418 w 2804"/>
                <ns1:gd name="T7" fmla="*/ 2655 h 2804"/>
                <ns1:gd name="T8" fmla="*/ 385 w 2804"/>
                <ns1:gd name="T9" fmla="*/ 2655 h 2804"/>
                <ns1:gd name="T10" fmla="*/ 148 w 2804"/>
                <ns1:gd name="T11" fmla="*/ 2418 h 2804"/>
                <ns1:gd name="T12" fmla="*/ 148 w 2804"/>
                <ns1:gd name="T13" fmla="*/ 386 h 2804"/>
                <ns1:gd name="T14" fmla="*/ 385 w 2804"/>
                <ns1:gd name="T15" fmla="*/ 149 h 2804"/>
                <ns1:gd name="T16" fmla="*/ 1676 w 2804"/>
                <ns1:gd name="T17" fmla="*/ 149 h 2804"/>
                <ns1:gd name="T18" fmla="*/ 1750 w 2804"/>
                <ns1:gd name="T19" fmla="*/ 74 h 2804"/>
                <ns1:gd name="T20" fmla="*/ 1676 w 2804"/>
                <ns1:gd name="T21" fmla="*/ 0 h 2804"/>
                <ns1:gd name="T22" fmla="*/ 385 w 2804"/>
                <ns1:gd name="T23" fmla="*/ 0 h 2804"/>
                <ns1:gd name="T24" fmla="*/ 0 w 2804"/>
                <ns1:gd name="T25" fmla="*/ 386 h 2804"/>
                <ns1:gd name="T26" fmla="*/ 0 w 2804"/>
                <ns1:gd name="T27" fmla="*/ 2418 h 2804"/>
                <ns1:gd name="T28" fmla="*/ 385 w 2804"/>
                <ns1:gd name="T29" fmla="*/ 2804 h 2804"/>
                <ns1:gd name="T30" fmla="*/ 2418 w 2804"/>
                <ns1:gd name="T31" fmla="*/ 2804 h 2804"/>
                <ns1:gd name="T32" fmla="*/ 2804 w 2804"/>
                <ns1:gd name="T33" fmla="*/ 2418 h 2804"/>
                <ns1:gd name="T34" fmla="*/ 2804 w 2804"/>
                <ns1:gd name="T35" fmla="*/ 1251 h 2804"/>
                <ns1:gd name="T36" fmla="*/ 2729 w 2804"/>
                <ns1:gd name="T37" fmla="*/ 1177 h 2804"/>
                <ns1:gd name="T38" fmla="*/ 2729 w 2804"/>
                <ns1:gd name="T39" fmla="*/ 1177 h 2804"/>
                <ns1:gd name="T40" fmla="*/ 2729 w 2804"/>
                <ns1:gd name="T41" fmla="*/ 1177 h 2804"/>
                <ns1:gd name="T42" fmla="*/ 2065 w 2804"/>
                <ns1:gd name="T43" fmla="*/ 1746 h 2804"/>
                <ns1:gd name="T44" fmla="*/ 1487 w 2804"/>
                <ns1:gd name="T45" fmla="*/ 2339 h 2804"/>
                <ns1:gd name="T46" fmla="*/ 1437 w 2804"/>
                <ns1:gd name="T47" fmla="*/ 2361 h 2804"/>
                <ns1:gd name="T48" fmla="*/ 1437 w 2804"/>
                <ns1:gd name="T49" fmla="*/ 2361 h 2804"/>
                <ns1:gd name="T50" fmla="*/ 1435 w 2804"/>
                <ns1:gd name="T51" fmla="*/ 2360 h 2804"/>
                <ns1:gd name="T52" fmla="*/ 1432 w 2804"/>
                <ns1:gd name="T53" fmla="*/ 2361 h 2804"/>
                <ns1:gd name="T54" fmla="*/ 1370 w 2804"/>
                <ns1:gd name="T55" fmla="*/ 2321 h 2804"/>
                <ns1:gd name="T56" fmla="*/ 801 w 2804"/>
                <ns1:gd name="T57" fmla="*/ 1738 h 2804"/>
                <ns1:gd name="T58" fmla="*/ 803 w 2804"/>
                <ns1:gd name="T59" fmla="*/ 1639 h 2804"/>
                <ns1:gd name="T60" fmla="*/ 902 w 2804"/>
                <ns1:gd name="T61" fmla="*/ 1640 h 2804"/>
                <ns1:gd name="T62" fmla="*/ 1362 w 2804"/>
                <ns1:gd name="T63" fmla="*/ 2113 h 2804"/>
                <ns1:gd name="T64" fmla="*/ 1362 w 2804"/>
                <ns1:gd name="T65" fmla="*/ 497 h 2804"/>
                <ns1:gd name="T66" fmla="*/ 1432 w 2804"/>
                <ns1:gd name="T67" fmla="*/ 427 h 2804"/>
                <ns1:gd name="T68" fmla="*/ 1502 w 2804"/>
                <ns1:gd name="T69" fmla="*/ 497 h 2804"/>
                <ns1:gd name="T70" fmla="*/ 1502 w 2804"/>
                <ns1:gd name="T71" fmla="*/ 2123 h 2804"/>
                <ns1:gd name="T72" fmla="*/ 1965 w 2804"/>
                <ns1:gd name="T73" fmla="*/ 1648 h 2804"/>
                <ns1:gd name="T74" fmla="*/ 2064 w 2804"/>
                <ns1:gd name="T75" fmla="*/ 1647 h 2804"/>
                <ns1:gd name="T76" fmla="*/ 2065 w 2804"/>
                <ns1:gd name="T77" fmla="*/ 1746 h 2804"/>
              </ns1:gdLst>
              <ns1:ahLst/>
              <ns1:cxnLst>
                <ns1:cxn ang="0">
                  <ns1:pos x="T0" y="T1"/>
                </ns1:cxn>
                <ns1:cxn ang="0">
                  <ns1:pos x="T2" y="T3"/>
                </ns1:cxn>
                <ns1:cxn ang="0">
                  <ns1:pos x="T4" y="T5"/>
                </ns1:cxn>
                <ns1:cxn ang="0">
                  <ns1:pos x="T6" y="T7"/>
                </ns1:cxn>
                <ns1:cxn ang="0">
                  <ns1:pos x="T8" y="T9"/>
                </ns1:cxn>
                <ns1:cxn ang="0">
                  <ns1:pos x="T10" y="T11"/>
                </ns1:cxn>
                <ns1:cxn ang="0">
                  <ns1:pos x="T12" y="T13"/>
                </ns1:cxn>
                <ns1:cxn ang="0">
                  <ns1:pos x="T14" y="T15"/>
                </ns1:cxn>
                <ns1:cxn ang="0">
                  <ns1:pos x="T16" y="T17"/>
                </ns1:cxn>
                <ns1:cxn ang="0">
                  <ns1:pos x="T18" y="T19"/>
                </ns1:cxn>
                <ns1:cxn ang="0">
                  <ns1:pos x="T20" y="T21"/>
                </ns1:cxn>
                <ns1:cxn ang="0">
                  <ns1:pos x="T22" y="T23"/>
                </ns1:cxn>
                <ns1:cxn ang="0">
                  <ns1:pos x="T24" y="T25"/>
                </ns1:cxn>
                <ns1:cxn ang="0">
                  <ns1:pos x="T26" y="T27"/>
                </ns1:cxn>
                <ns1:cxn ang="0">
                  <ns1:pos x="T28" y="T29"/>
                </ns1:cxn>
                <ns1:cxn ang="0">
                  <ns1:pos x="T30" y="T31"/>
                </ns1:cxn>
                <ns1:cxn ang="0">
                  <ns1:pos x="T32" y="T33"/>
                </ns1:cxn>
                <ns1:cxn ang="0">
                  <ns1:pos x="T34" y="T35"/>
                </ns1:cxn>
                <ns1:cxn ang="0">
                  <ns1:pos x="T36" y="T37"/>
                </ns1:cxn>
                <ns1:cxn ang="0">
                  <ns1:pos x="T38" y="T39"/>
                </ns1:cxn>
                <ns1:cxn ang="0">
                  <ns1:pos x="T40" y="T41"/>
                </ns1:cxn>
                <ns1:cxn ang="0">
                  <ns1:pos x="T42" y="T43"/>
                </ns1:cxn>
                <ns1:cxn ang="0">
                  <ns1:pos x="T44" y="T45"/>
                </ns1:cxn>
                <ns1:cxn ang="0">
                  <ns1:pos x="T46" y="T47"/>
                </ns1:cxn>
                <ns1:cxn ang="0">
                  <ns1:pos x="T48" y="T49"/>
                </ns1:cxn>
                <ns1:cxn ang="0">
                  <ns1:pos x="T50" y="T51"/>
                </ns1:cxn>
                <ns1:cxn ang="0">
                  <ns1:pos x="T52" y="T53"/>
                </ns1:cxn>
                <ns1:cxn ang="0">
                  <ns1:pos x="T54" y="T55"/>
                </ns1:cxn>
                <ns1:cxn ang="0">
                  <ns1:pos x="T56" y="T57"/>
                </ns1:cxn>
                <ns1:cxn ang="0">
                  <ns1:pos x="T58" y="T59"/>
                </ns1:cxn>
                <ns1:cxn ang="0">
                  <ns1:pos x="T60" y="T61"/>
                </ns1:cxn>
                <ns1:cxn ang="0">
                  <ns1:pos x="T62" y="T63"/>
                </ns1:cxn>
                <ns1:cxn ang="0">
                  <ns1:pos x="T64" y="T65"/>
                </ns1:cxn>
                <ns1:cxn ang="0">
                  <ns1:pos x="T66" y="T67"/>
                </ns1:cxn>
                <ns1:cxn ang="0">
                  <ns1:pos x="T68" y="T69"/>
                </ns1:cxn>
                <ns1:cxn ang="0">
                  <ns1:pos x="T70" y="T71"/>
                </ns1:cxn>
                <ns1:cxn ang="0">
                  <ns1:pos x="T72" y="T73"/>
                </ns1:cxn>
                <ns1:cxn ang="0">
                  <ns1:pos x="T74" y="T75"/>
                </ns1:cxn>
                <ns1:cxn ang="0">
                  <ns1:pos x="T76" y="T77"/>
                </ns1:cxn>
              </ns1:cxnLst>
              <ns1:rect l="0" t="0" r="r" b="b"/>
              <ns1:pathLst>
                <ns1:path w="2804" h="2804">
                  <ns1:moveTo>
                    <ns1:pt x="2729" y="1177"/>
                  </ns1:moveTo>
                  <ns1:cubicBezTo>
                    <ns1:pt x="2688" y="1177"/>
                    <ns1:pt x="2655" y="1210"/>
                    <ns1:pt x="2655" y="1251"/>
                  </ns1:cubicBezTo>
                  <ns1:cubicBezTo>
                    <ns1:pt x="2655" y="2418"/>
                    <ns1:pt x="2655" y="2418"/>
                    <ns1:pt x="2655" y="2418"/>
                  </ns1:cubicBezTo>
                  <ns1:cubicBezTo>
                    <ns1:pt x="2655" y="2549"/>
                    <ns1:pt x="2549" y="2655"/>
                    <ns1:pt x="2418" y="2655"/>
                  </ns1:cubicBezTo>
                  <ns1:cubicBezTo>
                    <ns1:pt x="385" y="2655"/>
                    <ns1:pt x="385" y="2655"/>
                    <ns1:pt x="385" y="2655"/>
                  </ns1:cubicBezTo>
                  <ns1:cubicBezTo>
                    <ns1:pt x="255" y="2655"/>
                    <ns1:pt x="148" y="2549"/>
                    <ns1:pt x="148" y="2418"/>
                  </ns1:cubicBezTo>
                  <ns1:cubicBezTo>
                    <ns1:pt x="148" y="386"/>
                    <ns1:pt x="148" y="386"/>
                    <ns1:pt x="148" y="386"/>
                  </ns1:cubicBezTo>
                  <ns1:cubicBezTo>
                    <ns1:pt x="148" y="255"/>
                    <ns1:pt x="255" y="149"/>
                    <ns1:pt x="385" y="149"/>
                  </ns1:cubicBezTo>
                  <ns1:cubicBezTo>
                    <ns1:pt x="1676" y="149"/>
                    <ns1:pt x="1676" y="149"/>
                    <ns1:pt x="1676" y="149"/>
                  </ns1:cubicBezTo>
                  <ns1:cubicBezTo>
                    <ns1:pt x="1717" y="149"/>
                    <ns1:pt x="1750" y="115"/>
                    <ns1:pt x="1750" y="74"/>
                  </ns1:cubicBezTo>
                  <ns1:cubicBezTo>
                    <ns1:pt x="1750" y="33"/>
                    <ns1:pt x="1717" y="0"/>
                    <ns1:pt x="1676" y="0"/>
                  </ns1:cubicBezTo>
                  <ns1:cubicBezTo>
                    <ns1:pt x="385" y="0"/>
                    <ns1:pt x="385" y="0"/>
                    <ns1:pt x="385" y="0"/>
                  </ns1:cubicBezTo>
                  <ns1:cubicBezTo>
                    <ns1:pt x="173" y="0"/>
                    <ns1:pt x="0" y="173"/>
                    <ns1:pt x="0" y="386"/>
                  </ns1:cubicBezTo>
                  <ns1:cubicBezTo>
                    <ns1:pt x="0" y="2418"/>
                    <ns1:pt x="0" y="2418"/>
                    <ns1:pt x="0" y="2418"/>
                  </ns1:cubicBezTo>
                  <ns1:cubicBezTo>
                    <ns1:pt x="0" y="2631"/>
                    <ns1:pt x="173" y="2804"/>
                    <ns1:pt x="385" y="2804"/>
                  </ns1:cubicBezTo>
                  <ns1:cubicBezTo>
                    <ns1:pt x="2418" y="2804"/>
                    <ns1:pt x="2418" y="2804"/>
                    <ns1:pt x="2418" y="2804"/>
                  </ns1:cubicBezTo>
                  <ns1:cubicBezTo>
                    <ns1:pt x="2631" y="2804"/>
                    <ns1:pt x="2804" y="2631"/>
                    <ns1:pt x="2804" y="2418"/>
                  </ns1:cubicBezTo>
                  <ns1:cubicBezTo>
                    <ns1:pt x="2804" y="1251"/>
                    <ns1:pt x="2804" y="1251"/>
                    <ns1:pt x="2804" y="1251"/>
                  </ns1:cubicBezTo>
                  <ns1:cubicBezTo>
                    <ns1:pt x="2804" y="1210"/>
                    <ns1:pt x="2770" y="1177"/>
                    <ns1:pt x="2729" y="1177"/>
                  </ns1:cubicBezTo>
                  <ns1:close/>
                  <ns1:moveTo>
                    <ns1:pt x="2729" y="1177"/>
                  </ns1:moveTo>
                  <ns1:cubicBezTo>
                    <ns1:pt x="2729" y="1177"/>
                    <ns1:pt x="2729" y="1177"/>
                    <ns1:pt x="2729" y="1177"/>
                  </ns1:cubicBezTo>
                  <ns1:moveTo>
                    <ns1:pt x="2065" y="1746"/>
                  </ns1:moveTo>
                  <ns1:cubicBezTo>
                    <ns1:pt x="1487" y="2339"/>
                    <ns1:pt x="1487" y="2339"/>
                    <ns1:pt x="1487" y="2339"/>
                  </ns1:cubicBezTo>
                  <ns1:cubicBezTo>
                    <ns1:pt x="1474" y="2353"/>
                    <ns1:pt x="1456" y="2361"/>
                    <ns1:pt x="1437" y="2361"/>
                  </ns1:cubicBezTo>
                  <ns1:cubicBezTo>
                    <ns1:pt x="1437" y="2361"/>
                    <ns1:pt x="1437" y="2361"/>
                    <ns1:pt x="1437" y="2361"/>
                  </ns1:cubicBezTo>
                  <ns1:cubicBezTo>
                    <ns1:pt x="1436" y="2361"/>
                    <ns1:pt x="1436" y="2360"/>
                    <ns1:pt x="1435" y="2360"/>
                  </ns1:cubicBezTo>
                  <ns1:cubicBezTo>
                    <ns1:pt x="1434" y="2360"/>
                    <ns1:pt x="1433" y="2361"/>
                    <ns1:pt x="1432" y="2361"/>
                  </ns1:cubicBezTo>
                  <ns1:cubicBezTo>
                    <ns1:pt x="1405" y="2361"/>
                    <ns1:pt x="1381" y="2345"/>
                    <ns1:pt x="1370" y="2321"/>
                  </ns1:cubicBezTo>
                  <ns1:cubicBezTo>
                    <ns1:pt x="801" y="1738"/>
                    <ns1:pt x="801" y="1738"/>
                    <ns1:pt x="801" y="1738"/>
                  </ns1:cubicBezTo>
                  <ns1:cubicBezTo>
                    <ns1:pt x="774" y="1710"/>
                    <ns1:pt x="775" y="1666"/>
                    <ns1:pt x="803" y="1639"/>
                  </ns1:cubicBezTo>
                  <ns1:cubicBezTo>
                    <ns1:pt x="830" y="1612"/>
                    <ns1:pt x="875" y="1613"/>
                    <ns1:pt x="902" y="1640"/>
                  </ns1:cubicBezTo>
                  <ns1:cubicBezTo>
                    <ns1:pt x="1362" y="2113"/>
                    <ns1:pt x="1362" y="2113"/>
                    <ns1:pt x="1362" y="2113"/>
                  </ns1:cubicBezTo>
                  <ns1:cubicBezTo>
                    <ns1:pt x="1362" y="497"/>
                    <ns1:pt x="1362" y="497"/>
                    <ns1:pt x="1362" y="497"/>
                  </ns1:cubicBezTo>
                  <ns1:cubicBezTo>
                    <ns1:pt x="1362" y="459"/>
                    <ns1:pt x="1394" y="427"/>
                    <ns1:pt x="1432" y="427"/>
                  </ns1:cubicBezTo>
                  <ns1:cubicBezTo>
                    <ns1:pt x="1471" y="427"/>
                    <ns1:pt x="1502" y="459"/>
                    <ns1:pt x="1502" y="497"/>
                  </ns1:cubicBezTo>
                  <ns1:cubicBezTo>
                    <ns1:pt x="1502" y="2123"/>
                    <ns1:pt x="1502" y="2123"/>
                    <ns1:pt x="1502" y="2123"/>
                  </ns1:cubicBezTo>
                  <ns1:cubicBezTo>
                    <ns1:pt x="1965" y="1648"/>
                    <ns1:pt x="1965" y="1648"/>
                    <ns1:pt x="1965" y="1648"/>
                  </ns1:cubicBezTo>
                  <ns1:cubicBezTo>
                    <ns1:pt x="1992" y="1621"/>
                    <ns1:pt x="2036" y="1620"/>
                    <ns1:pt x="2064" y="1647"/>
                  </ns1:cubicBezTo>
                  <ns1:cubicBezTo>
                    <ns1:pt x="2092" y="1674"/>
                    <ns1:pt x="2092" y="1718"/>
                    <ns1:pt x="2065" y="1746"/>
                  </ns1:cubicBezTo>
                  <ns1:close/>
                </ns1:path>
              </ns1:pathLst>
            </ns1:custGeom>
            <ns1:solidFill>
              <ns1:srgbClr val="FFFFFF"/>
            </ns1:solidFill>
            <ns1:ln w="19050">
              <ns1:solidFill>
                <ns1:srgbClr val="FFFFFF"/>
              </ns1:solidFill>
              <ns1:round/>
            </ns1:ln>
            <ns1:effectLst/>
          </ns0:spPr>
          <ns0:txBody>
            <ns1:bodyPr vert="horz" wrap="square" lIns="72508" tIns="36255" rIns="72508" bIns="36255" numCol="1" anchor="t" anchorCtr="0" compatLnSpc="1"/>
            <ns1:lstStyle/>
            <ns1:p>
              <ns1:pPr marL="0" marR="0" lvl="0" indent="0" algn="l" defTabSz="966428" rtl="0" eaLnBrk="1" fontAlgn="base" latinLnBrk="0" hangingPunct="1">
                <ns1:lnSpc>
                  <ns1:spcPct val="100000"/>
                </ns1:lnSpc>
                <ns1:spcBef>
                  <ns1:spcPct val="0"/>
                </ns1:spcBef>
                <ns1:spcAft>
                  <ns1:spcPct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2133" b="0" i="0" u="none" strike="noStrike" kern="0" cap="none" spc="0" normalizeH="0" baseline="0" noProof="0" dirty="0">
                <ns1:ln>
                  <ns1:noFill/>
                </ns1:ln>
                <ns1:solidFill>
                  <ns1:srgbClr val="1D1D1A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grpSp>
        <ns0:nvGrpSpPr>
          <ns0:cNvPr id="11" name="组合 10">
            <ns1:extLst>
              <ns1:ext uri="{FF2B5EF4-FFF2-40B4-BE49-F238E27FC236}">
                <ns2:creationId id="{5F66E48E-2DD1-45C0-9F6D-8167EF5D554D}"/>
              </ns1:ext>
            </ns1:extLst>
          </ns0:cNvPr>
          <ns0:cNvGrpSpPr/>
          <ns0:nvPr/>
        </ns0:nvGrpSpPr>
        <ns0:grpSpPr>
          <ns1:xfrm>
            <ns1:off x="6903114" y="3590159"/>
            <ns1:ext cx="4251319" cy="1254189"/>
            <ns1:chOff x="6203871" y="3431772"/>
            <ns1:chExt cx="4251319" cy="1254189"/>
          </ns1:xfrm>
        </ns0:grpSpPr>
        <ns0:sp>
          <ns0:nvSpPr>
            <ns0:cNvPr id="81" name="矩形 80">
              <ns1:extLst>
                <ns1:ext uri="{FF2B5EF4-FFF2-40B4-BE49-F238E27FC236}">
                  <ns2:creationId id="{9E7C108F-21F8-4C97-92F0-8F7BCC747752}"/>
                </ns1:ext>
              </ns1:extLst>
            </ns0:cNvPr>
            <ns0:cNvSpPr/>
            <ns0:nvPr/>
          </ns0:nvSpPr>
          <ns0:spPr>
            <ns1:xfrm>
              <ns1:off x="7038870" y="3431772"/>
              <ns1:ext cx="3416320" cy="125418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1219048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2400" b="1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卓越性能</ns1:t>
              </ns1:r>
              <ns1:endParaRPr kumimoji="0" lang="en-US" altLang="zh-CN" sz="24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1219048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4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无论高级特性开启与否或处于业务高峰，</ns1:t>
              </ns1:r>
              <ns1:endParaRPr kumimoji="0" lang="en-US" altLang="zh-CN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  <ns1:p>
              <ns1:pPr marL="0" marR="0" lvl="0" indent="0" algn="l" defTabSz="1219048" rtl="0" eaLnBrk="1" fontAlgn="auto" latinLnBrk="0" hangingPunct="1">
                <ns1:lnSpc>
                  <ns1:spcPct val="15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r>
                <ns1:rPr kumimoji="0" lang="zh-CN" altLang="en-US" sz="1400" b="0" i="0" u="none" strike="noStrike" kern="1200" cap="none" spc="0" normalizeH="0" baseline="0" noProof="0" dirty="0">
                  <ns1:ln>
                    <ns1:noFill/>
                  </ns1:ln>
                  <ns1:solidFill>
                    <ns1:prstClr val="black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rPr>
                <ns1:t> 始终提供稳定的访问低时延</ns1:t>
              </ns1:r>
              <ns1:endParaRPr kumimoji="0" lang="en-US" altLang="zh-CN" sz="14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grpSp>
          <ns0:nvGrpSpPr>
            <ns0:cNvPr id="235" name="组合 234">
              <ns1:extLst>
                <ns1:ext uri="{FF2B5EF4-FFF2-40B4-BE49-F238E27FC236}">
                  <ns2:creationId id="{E9C1A72A-4905-4945-A913-070C9FDD7686}"/>
                </ns1:ext>
              </ns1:extLst>
            </ns0:cNvPr>
            <ns0:cNvGrpSpPr>
              <ns1:grpSpLocks noChangeAspect="1"/>
            </ns0:cNvGrpSpPr>
            <ns0:nvPr/>
          </ns0:nvGrpSpPr>
          <ns0:grpSpPr>
            <ns1:xfrm>
              <ns1:off x="6203871" y="3698866"/>
              <ns1:ext cx="761017" cy="720000"/>
              <ns1:chOff x="6300450" y="3469482"/>
              <ns1:chExt cx="922912" cy="873169"/>
            </ns1:xfrm>
          </ns0:grpSpPr>
          <ns0:sp>
            <ns0:nvSpPr>
              <ns0:cNvPr id="236" name="矩形: 圆角 235">
                <ns1:extLst>
                  <ns1:ext uri="{FF2B5EF4-FFF2-40B4-BE49-F238E27FC236}">
                    <ns2:creationId id="{D29A1D77-9544-4B59-864D-F9DAD2DFE8C8}"/>
                  </ns1:ext>
                </ns1:extLst>
              </ns0:cNvPr>
              <ns0:cNvSpPr/>
              <ns0:nvPr/>
            </ns0:nvSpPr>
            <ns0:spPr>
              <ns1:xfrm>
                <ns1:off x="6300450" y="3469482"/>
                <ns1:ext cx="922912" cy="873169"/>
              </ns1:xfrm>
              <ns1:prstGeom prst="roundRect">
                <ns1:avLst/>
              </ns1:prstGeom>
              <ns1:solidFill>
                <ns1:srgbClr val="0070C0"/>
              </ns1:solidFill>
              <ns1:ln>
                <ns1:noFill/>
              </ns1:ln>
            </ns0:spPr>
            <ns0:style>
              <ns1:lnRef idx="2">
                <ns1:schemeClr val="accent1">
                  <ns1:shade val="50000"/>
                </ns1:schemeClr>
              </ns1:lnRef>
              <ns1:fillRef idx="1">
                <ns1:schemeClr val="accent1"/>
              </ns1:fillRef>
              <ns1:effectRef idx="0">
                <ns1:schemeClr val="accent1"/>
              </ns1:effectRef>
              <ns1:fontRef idx="minor">
                <ns1:schemeClr val="lt1"/>
              </ns1:fontRef>
            </ns0:style>
            <ns0:txBody>
              <ns1:bodyPr rtlCol="0" anchor="ctr"/>
              <ns1:lstStyle/>
              <ns1:p>
                <ns1:pPr marL="0" marR="0" lvl="0" indent="0" algn="ctr" defTabSz="914400" rtl="0" eaLnBrk="1" fontAlgn="auto" latinLnBrk="0" hangingPunct="1">
                  <ns1:lnSpc>
                    <ns1:spcPct val="100000"/>
                  </ns1:lnSpc>
                  <ns1:spcBef>
                    <ns1:spcPts val="0"/>
                  </ns1:spcBef>
                  <ns1:spcAft>
                    <ns1:spcPts val="0"/>
                  </ns1:spcAft>
                  <ns1:buClrTx/>
                  <ns1:buSzTx/>
                  <ns1:buFontTx/>
                  <ns1:buNone/>
                  <ns1:tabLst/>
                  <ns1:defRPr/>
                </ns1:pPr>
                <ns1:endParaRPr kumimoji="0" lang="zh-CN" altLang="en-US" sz="1800" b="0" i="0" u="none" strike="noStrike" kern="1200" cap="none" spc="0" normalizeH="0" baseline="0" noProof="0">
                  <ns1:ln>
                    <ns1:noFill/>
                  </ns1:ln>
                  <ns1:solidFill>
                    <ns1:prstClr val="white"/>
                  </ns1:solidFill>
                  <ns1:effectLst/>
                  <ns1:uLnTx/>
                  <ns1:uFillTx/>
                  <ns1:latin typeface="Arial" panose="020F0502020204030204"/>
                  <ns1:ea typeface="微软雅黑"/>
                  <ns1:cs typeface="+mn-ea"/>
                  <ns1:sym typeface="+mn-lt"/>
                </ns1:endParaRPr>
              </ns1:p>
            </ns0:txBody>
          </ns0:sp>
          <ns0:grpSp>
            <ns0:nvGrpSpPr>
              <ns0:cNvPr id="237" name="组合 236">
                <ns1:extLst>
                  <ns1:ext uri="{FF2B5EF4-FFF2-40B4-BE49-F238E27FC236}">
                    <ns2:creationId id="{FDCA1677-5976-4C33-AD35-44DBA924A413}"/>
                  </ns1:ext>
                </ns1:extLst>
              </ns0:cNvPr>
              <ns0:cNvGrpSpPr/>
              <ns0:nvPr/>
            </ns0:nvGrpSpPr>
            <ns0:grpSpPr>
              <ns1:xfrm>
                <ns1:off x="6428885" y="3588422"/>
                <ns1:ext cx="666042" cy="635289"/>
                <ns1:chOff x="1520593" y="2848933"/>
                <ns1:chExt cx="2747964" cy="2679700"/>
              </ns1:xfrm>
              <ns1:solidFill>
                <ns1:schemeClr val="bg1"/>
              </ns1:solidFill>
            </ns0:grpSpPr>
            <ns0:sp>
              <ns0:nvSpPr>
                <ns0:cNvPr id="238" name="Freeform 11">
                  <ns1:extLst>
                    <ns1:ext uri="{FF2B5EF4-FFF2-40B4-BE49-F238E27FC236}">
                      <ns2:creationId id="{A093D4E0-8A5C-4A1E-B546-CBA12B533EA0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1520593" y="2848933"/>
                  <ns1:ext cx="2681286" cy="2679700"/>
                </ns1:xfrm>
                <ns1:custGeom>
                  <ns1:avLst/>
                  <ns1:gdLst>
                    <ns1:gd name="T0" fmla="*/ 2730 w 2804"/>
                    <ns1:gd name="T1" fmla="*/ 1177 h 2804"/>
                    <ns1:gd name="T2" fmla="*/ 2655 w 2804"/>
                    <ns1:gd name="T3" fmla="*/ 1251 h 2804"/>
                    <ns1:gd name="T4" fmla="*/ 2655 w 2804"/>
                    <ns1:gd name="T5" fmla="*/ 2418 h 2804"/>
                    <ns1:gd name="T6" fmla="*/ 2418 w 2804"/>
                    <ns1:gd name="T7" fmla="*/ 2655 h 2804"/>
                    <ns1:gd name="T8" fmla="*/ 386 w 2804"/>
                    <ns1:gd name="T9" fmla="*/ 2655 h 2804"/>
                    <ns1:gd name="T10" fmla="*/ 149 w 2804"/>
                    <ns1:gd name="T11" fmla="*/ 2418 h 2804"/>
                    <ns1:gd name="T12" fmla="*/ 149 w 2804"/>
                    <ns1:gd name="T13" fmla="*/ 386 h 2804"/>
                    <ns1:gd name="T14" fmla="*/ 386 w 2804"/>
                    <ns1:gd name="T15" fmla="*/ 149 h 2804"/>
                    <ns1:gd name="T16" fmla="*/ 1676 w 2804"/>
                    <ns1:gd name="T17" fmla="*/ 149 h 2804"/>
                    <ns1:gd name="T18" fmla="*/ 1751 w 2804"/>
                    <ns1:gd name="T19" fmla="*/ 74 h 2804"/>
                    <ns1:gd name="T20" fmla="*/ 1676 w 2804"/>
                    <ns1:gd name="T21" fmla="*/ 0 h 2804"/>
                    <ns1:gd name="T22" fmla="*/ 386 w 2804"/>
                    <ns1:gd name="T23" fmla="*/ 0 h 2804"/>
                    <ns1:gd name="T24" fmla="*/ 0 w 2804"/>
                    <ns1:gd name="T25" fmla="*/ 386 h 2804"/>
                    <ns1:gd name="T26" fmla="*/ 0 w 2804"/>
                    <ns1:gd name="T27" fmla="*/ 2418 h 2804"/>
                    <ns1:gd name="T28" fmla="*/ 386 w 2804"/>
                    <ns1:gd name="T29" fmla="*/ 2804 h 2804"/>
                    <ns1:gd name="T30" fmla="*/ 2418 w 2804"/>
                    <ns1:gd name="T31" fmla="*/ 2804 h 2804"/>
                    <ns1:gd name="T32" fmla="*/ 2804 w 2804"/>
                    <ns1:gd name="T33" fmla="*/ 2418 h 2804"/>
                    <ns1:gd name="T34" fmla="*/ 2804 w 2804"/>
                    <ns1:gd name="T35" fmla="*/ 1251 h 2804"/>
                    <ns1:gd name="T36" fmla="*/ 2730 w 2804"/>
                    <ns1:gd name="T37" fmla="*/ 1177 h 2804"/>
                    <ns1:gd name="T38" fmla="*/ 2730 w 2804"/>
                    <ns1:gd name="T39" fmla="*/ 1177 h 2804"/>
                    <ns1:gd name="T40" fmla="*/ 2730 w 2804"/>
                    <ns1:gd name="T41" fmla="*/ 1177 h 280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  <ns1:cxn ang="0">
                      <ns1:pos x="T22" y="T23"/>
                    </ns1:cxn>
                    <ns1:cxn ang="0">
                      <ns1:pos x="T24" y="T25"/>
                    </ns1:cxn>
                    <ns1:cxn ang="0">
                      <ns1:pos x="T26" y="T27"/>
                    </ns1:cxn>
                    <ns1:cxn ang="0">
                      <ns1:pos x="T28" y="T29"/>
                    </ns1:cxn>
                    <ns1:cxn ang="0">
                      <ns1:pos x="T30" y="T31"/>
                    </ns1:cxn>
                    <ns1:cxn ang="0">
                      <ns1:pos x="T32" y="T33"/>
                    </ns1:cxn>
                    <ns1:cxn ang="0">
                      <ns1:pos x="T34" y="T35"/>
                    </ns1:cxn>
                    <ns1:cxn ang="0">
                      <ns1:pos x="T36" y="T37"/>
                    </ns1:cxn>
                    <ns1:cxn ang="0">
                      <ns1:pos x="T38" y="T39"/>
                    </ns1:cxn>
                    <ns1:cxn ang="0">
                      <ns1:pos x="T40" y="T41"/>
                    </ns1:cxn>
                  </ns1:cxnLst>
                  <ns1:rect l="0" t="0" r="r" b="b"/>
                  <ns1:pathLst>
                    <ns1:path w="2804" h="2804">
                      <ns1:moveTo>
                        <ns1:pt x="2730" y="1177"/>
                      </ns1:moveTo>
                      <ns1:cubicBezTo>
                        <ns1:pt x="2689" y="1177"/>
                        <ns1:pt x="2655" y="1210"/>
                        <ns1:pt x="2655" y="1251"/>
                      </ns1:cubicBezTo>
                      <ns1:cubicBezTo>
                        <ns1:pt x="2655" y="2418"/>
                        <ns1:pt x="2655" y="2418"/>
                        <ns1:pt x="2655" y="2418"/>
                      </ns1:cubicBezTo>
                      <ns1:cubicBezTo>
                        <ns1:pt x="2655" y="2549"/>
                        <ns1:pt x="2549" y="2655"/>
                        <ns1:pt x="2418" y="2655"/>
                      </ns1:cubicBezTo>
                      <ns1:cubicBezTo>
                        <ns1:pt x="386" y="2655"/>
                        <ns1:pt x="386" y="2655"/>
                        <ns1:pt x="386" y="2655"/>
                      </ns1:cubicBezTo>
                      <ns1:cubicBezTo>
                        <ns1:pt x="255" y="2655"/>
                        <ns1:pt x="149" y="2549"/>
                        <ns1:pt x="149" y="2418"/>
                      </ns1:cubicBezTo>
                      <ns1:cubicBezTo>
                        <ns1:pt x="149" y="386"/>
                        <ns1:pt x="149" y="386"/>
                        <ns1:pt x="149" y="386"/>
                      </ns1:cubicBezTo>
                      <ns1:cubicBezTo>
                        <ns1:pt x="149" y="255"/>
                        <ns1:pt x="255" y="149"/>
                        <ns1:pt x="386" y="149"/>
                      </ns1:cubicBezTo>
                      <ns1:cubicBezTo>
                        <ns1:pt x="1676" y="149"/>
                        <ns1:pt x="1676" y="149"/>
                        <ns1:pt x="1676" y="149"/>
                      </ns1:cubicBezTo>
                      <ns1:cubicBezTo>
                        <ns1:pt x="1717" y="149"/>
                        <ns1:pt x="1751" y="115"/>
                        <ns1:pt x="1751" y="74"/>
                      </ns1:cubicBezTo>
                      <ns1:cubicBezTo>
                        <ns1:pt x="1751" y="33"/>
                        <ns1:pt x="1717" y="0"/>
                        <ns1:pt x="1676" y="0"/>
                      </ns1:cubicBezTo>
                      <ns1:cubicBezTo>
                        <ns1:pt x="386" y="0"/>
                        <ns1:pt x="386" y="0"/>
                        <ns1:pt x="386" y="0"/>
                      </ns1:cubicBezTo>
                      <ns1:cubicBezTo>
                        <ns1:pt x="173" y="0"/>
                        <ns1:pt x="0" y="173"/>
                        <ns1:pt x="0" y="386"/>
                      </ns1:cubicBezTo>
                      <ns1:cubicBezTo>
                        <ns1:pt x="0" y="2418"/>
                        <ns1:pt x="0" y="2418"/>
                        <ns1:pt x="0" y="2418"/>
                      </ns1:cubicBezTo>
                      <ns1:cubicBezTo>
                        <ns1:pt x="0" y="2631"/>
                        <ns1:pt x="173" y="2804"/>
                        <ns1:pt x="386" y="2804"/>
                      </ns1:cubicBezTo>
                      <ns1:cubicBezTo>
                        <ns1:pt x="2418" y="2804"/>
                        <ns1:pt x="2418" y="2804"/>
                        <ns1:pt x="2418" y="2804"/>
                      </ns1:cubicBezTo>
                      <ns1:cubicBezTo>
                        <ns1:pt x="2631" y="2804"/>
                        <ns1:pt x="2804" y="2631"/>
                        <ns1:pt x="2804" y="2418"/>
                      </ns1:cubicBezTo>
                      <ns1:cubicBezTo>
                        <ns1:pt x="2804" y="1251"/>
                        <ns1:pt x="2804" y="1251"/>
                        <ns1:pt x="2804" y="1251"/>
                      </ns1:cubicBezTo>
                      <ns1:cubicBezTo>
                        <ns1:pt x="2804" y="1210"/>
                        <ns1:pt x="2771" y="1177"/>
                        <ns1:pt x="2730" y="1177"/>
                      </ns1:cubicBezTo>
                      <ns1:close/>
                      <ns1:moveTo>
                        <ns1:pt x="2730" y="1177"/>
                      </ns1:moveTo>
                      <ns1:cubicBezTo>
                        <ns1:pt x="2730" y="1177"/>
                        <ns1:pt x="2730" y="1177"/>
                        <ns1:pt x="2730" y="1177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  <ns0:sp>
              <ns0:nvSpPr>
                <ns0:cNvPr id="239" name="Freeform 12">
                  <ns1:extLst>
                    <ns1:ext uri="{FF2B5EF4-FFF2-40B4-BE49-F238E27FC236}">
                      <ns2:creationId id="{62F2E2F7-4688-43A6-824D-814D90D743F1}"/>
                    </ns1:ext>
                  </ns1:extLst>
                </ns0:cNvPr>
                <ns0:cNvSpPr>
                  <ns1:spLocks noEditPoints="1"/>
                </ns0:cNvSpPr>
                <ns0:nvPr/>
              </ns0:nvSpPr>
              <ns0:spPr bwMode="auto">
                <ns1:xfrm>
                  <ns1:off x="2088917" y="3123572"/>
                  <ns1:ext cx="2179640" cy="1600202"/>
                </ns1:xfrm>
                <ns1:custGeom>
                  <ns1:avLst/>
                  <ns1:gdLst>
                    <ns1:gd name="T0" fmla="*/ 2251 w 2280"/>
                    <ns1:gd name="T1" fmla="*/ 29 h 1674"/>
                    <ns1:gd name="T2" fmla="*/ 2146 w 2280"/>
                    <ns1:gd name="T3" fmla="*/ 29 h 1674"/>
                    <ns1:gd name="T4" fmla="*/ 716 w 2280"/>
                    <ns1:gd name="T5" fmla="*/ 1452 h 1674"/>
                    <ns1:gd name="T6" fmla="*/ 142 w 2280"/>
                    <ns1:gd name="T7" fmla="*/ 745 h 1674"/>
                    <ns1:gd name="T8" fmla="*/ 37 w 2280"/>
                    <ns1:gd name="T9" fmla="*/ 734 h 1674"/>
                    <ns1:gd name="T10" fmla="*/ 26 w 2280"/>
                    <ns1:gd name="T11" fmla="*/ 839 h 1674"/>
                    <ns1:gd name="T12" fmla="*/ 704 w 2280"/>
                    <ns1:gd name="T13" fmla="*/ 1674 h 1674"/>
                    <ns1:gd name="T14" fmla="*/ 2251 w 2280"/>
                    <ns1:gd name="T15" fmla="*/ 135 h 1674"/>
                    <ns1:gd name="T16" fmla="*/ 2251 w 2280"/>
                    <ns1:gd name="T17" fmla="*/ 29 h 1674"/>
                    <ns1:gd name="T18" fmla="*/ 2251 w 2280"/>
                    <ns1:gd name="T19" fmla="*/ 29 h 1674"/>
                    <ns1:gd name="T20" fmla="*/ 2251 w 2280"/>
                    <ns1:gd name="T21" fmla="*/ 29 h 1674"/>
                  </ns1:gdLst>
                  <ns1:ahLst/>
                  <ns1:cxnLst>
                    <ns1:cxn ang="0">
                      <ns1:pos x="T0" y="T1"/>
                    </ns1:cxn>
                    <ns1:cxn ang="0">
                      <ns1:pos x="T2" y="T3"/>
                    </ns1:cxn>
                    <ns1:cxn ang="0">
                      <ns1:pos x="T4" y="T5"/>
                    </ns1:cxn>
                    <ns1:cxn ang="0">
                      <ns1:pos x="T6" y="T7"/>
                    </ns1:cxn>
                    <ns1:cxn ang="0">
                      <ns1:pos x="T8" y="T9"/>
                    </ns1:cxn>
                    <ns1:cxn ang="0">
                      <ns1:pos x="T10" y="T11"/>
                    </ns1:cxn>
                    <ns1:cxn ang="0">
                      <ns1:pos x="T12" y="T13"/>
                    </ns1:cxn>
                    <ns1:cxn ang="0">
                      <ns1:pos x="T14" y="T15"/>
                    </ns1:cxn>
                    <ns1:cxn ang="0">
                      <ns1:pos x="T16" y="T17"/>
                    </ns1:cxn>
                    <ns1:cxn ang="0">
                      <ns1:pos x="T18" y="T19"/>
                    </ns1:cxn>
                    <ns1:cxn ang="0">
                      <ns1:pos x="T20" y="T21"/>
                    </ns1:cxn>
                  </ns1:cxnLst>
                  <ns1:rect l="0" t="0" r="r" b="b"/>
                  <ns1:pathLst>
                    <ns1:path w="2280" h="1674">
                      <ns1:moveTo>
                        <ns1:pt x="2251" y="29"/>
                      </ns1:moveTo>
                      <ns1:cubicBezTo>
                        <ns1:pt x="2222" y="0"/>
                        <ns1:pt x="2175" y="0"/>
                        <ns1:pt x="2146" y="29"/>
                      </ns1:cubicBezTo>
                      <ns1:cubicBezTo>
                        <ns1:pt x="716" y="1452"/>
                        <ns1:pt x="716" y="1452"/>
                        <ns1:pt x="716" y="1452"/>
                      </ns1:cubicBezTo>
                      <ns1:cubicBezTo>
                        <ns1:pt x="142" y="745"/>
                        <ns1:pt x="142" y="745"/>
                        <ns1:pt x="142" y="745"/>
                      </ns1:cubicBezTo>
                      <ns1:cubicBezTo>
                        <ns1:pt x="116" y="713"/>
                        <ns1:pt x="69" y="708"/>
                        <ns1:pt x="37" y="734"/>
                      </ns1:cubicBezTo>
                      <ns1:cubicBezTo>
                        <ns1:pt x="5" y="760"/>
                        <ns1:pt x="0" y="807"/>
                        <ns1:pt x="26" y="839"/>
                      </ns1:cubicBezTo>
                      <ns1:cubicBezTo>
                        <ns1:pt x="704" y="1674"/>
                        <ns1:pt x="704" y="1674"/>
                        <ns1:pt x="704" y="1674"/>
                      </ns1:cubicBezTo>
                      <ns1:cubicBezTo>
                        <ns1:pt x="2251" y="135"/>
                        <ns1:pt x="2251" y="135"/>
                        <ns1:pt x="2251" y="135"/>
                      </ns1:cubicBezTo>
                      <ns1:cubicBezTo>
                        <ns1:pt x="2280" y="106"/>
                        <ns1:pt x="2280" y="59"/>
                        <ns1:pt x="2251" y="29"/>
                      </ns1:cubicBezTo>
                      <ns1:close/>
                      <ns1:moveTo>
                        <ns1:pt x="2251" y="29"/>
                      </ns1:moveTo>
                      <ns1:cubicBezTo>
                        <ns1:pt x="2251" y="29"/>
                        <ns1:pt x="2251" y="29"/>
                        <ns1:pt x="2251" y="29"/>
                      </ns1:cubicBezTo>
                    </ns1:path>
                  </ns1:pathLst>
                </ns1:custGeom>
                <ns1:grpFill/>
                <ns1:ln w="19050">
                  <ns1:solidFill>
                    <ns1:schemeClr val="bg1"/>
                  </ns1:solidFill>
                  <ns1:round/>
                </ns1:ln>
                <ns1:effectLst/>
              </ns0:spPr>
              <ns0:txBody>
                <ns1:bodyPr vert="horz" wrap="square" lIns="72508" tIns="36255" rIns="72508" bIns="36255" numCol="1" anchor="t" anchorCtr="0" compatLnSpc="1"/>
                <ns1:lstStyle/>
                <ns1:p>
                  <ns1:pPr marL="0" marR="0" lvl="0" indent="0" algn="l" defTabSz="966428" rtl="0" eaLnBrk="1" fontAlgn="base" latinLnBrk="0" hangingPunct="1">
                    <ns1:lnSpc>
                      <ns1:spcPct val="100000"/>
                    </ns1:lnSpc>
                    <ns1:spcBef>
                      <ns1:spcPct val="0"/>
                    </ns1:spcBef>
                    <ns1:spcAft>
                      <ns1:spcPct val="0"/>
                    </ns1:spcAft>
                    <ns1:buClrTx/>
                    <ns1:buSzTx/>
                    <ns1:buFontTx/>
                    <ns1:buNone/>
                    <ns1:tabLst/>
                    <ns1:defRPr/>
                  </ns1:pPr>
                  <ns1:endParaRPr kumimoji="0" lang="zh-CN" altLang="en-US" sz="2133" b="0" i="0" u="none" strike="noStrike" kern="0" cap="none" spc="0" normalizeH="0" baseline="0" noProof="0">
                    <ns1:ln>
                      <ns1:noFill/>
                    </ns1:ln>
                    <ns1:solidFill>
                      <ns1:prstClr val="black"/>
                    </ns1:solidFill>
                    <ns1:effectLst/>
                    <ns1:uLnTx/>
                    <ns1:uFillTx/>
                    <ns1:latin typeface="Arial" panose="020F0502020204030204"/>
                    <ns1:ea typeface="微软雅黑"/>
                    <ns1:cs typeface="+mn-ea"/>
                    <ns1:sym typeface="+mn-lt"/>
                  </ns1:endParaRPr>
                </ns1:p>
              </ns0:txBody>
            </ns0:sp>
          </ns0:grpSp>
        </ns0:grpSp>
      </ns0:grpSp>
      <ns0:sp>
        <ns0:nvSpPr>
          <ns0:cNvPr id="87" name="矩形 86">
            <ns1:extLst>
              <ns1:ext uri="{FF2B5EF4-FFF2-40B4-BE49-F238E27FC236}">
                <ns2:creationId id="{860B5FB2-599C-41B8-8C13-9955E42DC793}"/>
              </ns1:ext>
            </ns1:extLst>
          </ns0:cNvPr>
          <ns0:cNvSpPr/>
          <ns0:nvPr/>
        </ns0:nvSpPr>
        <ns0:spPr>
          <ns1:xfrm>
            <ns1:off x="7738113" y="2145629"/>
            <ns1:ext cx="2986715" cy="1341073"/>
          </ns1:xfrm>
          <ns1:prstGeom prst="rect">
            <ns1:avLst/>
          </ns1:prstGeom>
          <ns1:effectLst/>
        </ns0:spPr>
        <ns0:txBody>
          <ns1:bodyPr wrap="none">
            <ns1:spAutoFit/>
          </ns1:bodyPr>
          <ns1:lstStyle/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2400" b="1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块1</ns1:t>
            </ns1:r>
            <ns1:endParaRPr kumimoji="0" lang="en-US" altLang="zh-CN" sz="2400" b="1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描述行1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600" b="0" i="0" u="none" strike="noStrike" kern="1200" cap="none" spc="0" normalizeH="0" baseline="0" noProof="0" dirty="0" err="1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16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  <ns1:p>
            <ns1:pPr marL="0" marR="0" lvl="0" indent="0" algn="l" defTabSz="1219048" rtl="0" eaLnBrk="1" fontAlgn="auto" latinLnBrk="0" hangingPunct="1">
              <ns1:lnSpc>
                <ns1:spcPct val="15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描述行2</ns1:t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en-US" altLang="zh-CN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r>
              <ns1:rPr kumimoji="0" lang="zh-CN" altLang="en-US" sz="16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/>
            </ns1:r>
            <ns1:endParaRPr kumimoji="0" lang="en-US" altLang="zh-CN" sz="16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grpSp>
        <ns0:nvGrpSpPr>
          <ns0:cNvPr id="240" name="组合 239">
            <ns1:extLst>
              <ns1:ext uri="{FF2B5EF4-FFF2-40B4-BE49-F238E27FC236}">
                <ns2:creationId id="{1AA0359F-5BD0-4CF0-9053-BA35D3861DA8}"/>
              </ns1:ext>
            </ns1:extLst>
          </ns0:cNvPr>
          <ns0:cNvGrpSpPr/>
          <ns0:nvPr/>
        </ns0:nvGrpSpPr>
        <ns0:grpSpPr>
          <ns1:xfrm>
            <ns1:off x="6925788" y="2456165"/>
            <ns1:ext cx="715669" cy="720000"/>
            <ns1:chOff x="6985399" y="4772773"/>
            <ns1:chExt cx="715669" cy="720000"/>
          </ns1:xfrm>
        </ns0:grpSpPr>
        <ns0:sp>
          <ns0:nvSpPr>
            <ns0:cNvPr id="241" name="矩形: 圆角 240">
              <ns1:extLst>
                <ns1:ext uri="{FF2B5EF4-FFF2-40B4-BE49-F238E27FC236}">
                  <ns2:creationId id="{2A5794CA-7275-44F0-BB99-F3E213F2464B}"/>
                </ns1:ext>
              </ns1:extLst>
            </ns0:cNvPr>
            <ns0:cNvSpPr/>
            <ns0:nvPr/>
          </ns0:nvSpPr>
          <ns0:spPr>
            <ns1:xfrm>
              <ns1:off x="6985399" y="4772773"/>
              <ns1:ext cx="715669" cy="720000"/>
            </ns1:xfrm>
            <ns1:prstGeom prst="roundRect">
              <ns1:avLst/>
            </ns1:prstGeom>
            <ns1:solidFill>
              <ns1:srgbClr val="0070C0"/>
            </ns1:solidFill>
            <ns1:ln w="12700" cap="flat" cmpd="sng" algn="ctr">
              <ns1:noFill/>
              <ns1:prstDash val="solid"/>
              <ns1:miter lim="800000"/>
            </ns1:ln>
            <ns1:effectLst/>
          </ns0:spPr>
          <ns0:txBody>
            <ns1:bodyPr rtlCol="0" anchor="ctr"/>
            <ns1:lstStyle/>
            <ns1:p>
              <ns1:pPr marL="0" marR="0" lvl="0" indent="0" algn="ctr" defTabSz="9144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tabLst/>
                <ns1:defRPr/>
              </ns1:pPr>
              <ns1:endParaRPr kumimoji="0" lang="zh-CN" altLang="en-US" sz="1800" b="0" i="0" u="none" strike="noStrike" kern="0" cap="none" spc="0" normalizeH="0" baseline="0" noProof="0">
                <ns1:ln>
                  <ns1:noFill/>
                </ns1:ln>
                <ns1:solidFill>
                  <ns1:srgbClr val="FFFFFF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  <ns0:sp>
          <ns0:nvSpPr>
            <ns0:cNvPr id="242" name="Freeform 7">
              <ns1:extLst>
                <ns1:ext uri="{FF2B5EF4-FFF2-40B4-BE49-F238E27FC236}">
                  <ns2:creationId id="{87F1DF2B-9BC4-429A-95BE-1B93E6D1B527}"/>
                </ns1:ext>
              </ns1:extLst>
            </ns0:cNvPr>
            <ns0:cNvSpPr>
              <ns1:spLocks noEditPoints="1"/>
            </ns0:cNvSpPr>
            <ns0:nvPr/>
          </ns0:nvSpPr>
          <ns0:spPr bwMode="auto">
            <ns1:xfrm>
              <ns1:off x="7125021" y="4911445"/>
              <ns1:ext cx="436424" cy="442656"/>
            </ns1:xfrm>
            <ns1:custGeom>
              <ns1:avLst/>
              <ns1:gdLst/>
              <ns1:ahLst/>
              <ns1:cxnLst>
                <ns1:cxn ang="0">
                  <ns1:pos x="87" y="5"/>
                </ns1:cxn>
                <ns1:cxn ang="0">
                  <ns1:pos x="81" y="1"/>
                </ns1:cxn>
                <ns1:cxn ang="0">
                  <ns1:pos x="36" y="23"/>
                </ns1:cxn>
                <ns1:cxn ang="0">
                  <ns1:pos x="33" y="27"/>
                </ns1:cxn>
                <ns1:cxn ang="0">
                  <ns1:pos x="16" y="29"/>
                </ns1:cxn>
                <ns1:cxn ang="0">
                  <ns1:pos x="13" y="31"/>
                </ns1:cxn>
                <ns1:cxn ang="0">
                  <ns1:pos x="1" y="44"/>
                </ns1:cxn>
                <ns1:cxn ang="0">
                  <ns1:pos x="0" y="50"/>
                </ns1:cxn>
                <ns1:cxn ang="0">
                  <ns1:pos x="5" y="53"/>
                </ns1:cxn>
                <ns1:cxn ang="0">
                  <ns1:pos x="17" y="56"/>
                </ns1:cxn>
                <ns1:cxn ang="0">
                  <ns1:pos x="24" y="72"/>
                </ns1:cxn>
                <ns1:cxn ang="0">
                  <ns1:pos x="25" y="73"/>
                </ns1:cxn>
                <ns1:cxn ang="0">
                  <ns1:pos x="43" y="76"/>
                </ns1:cxn>
                <ns1:cxn ang="0">
                  <ns1:pos x="47" y="87"/>
                </ns1:cxn>
                <ns1:cxn ang="0">
                  <ns1:pos x="52" y="90"/>
                </ns1:cxn>
                <ns1:cxn ang="0">
                  <ns1:pos x="53" y="90"/>
                </ns1:cxn>
                <ns1:cxn ang="0">
                  <ns1:pos x="57" y="88"/>
                </ns1:cxn>
                <ns1:cxn ang="0">
                  <ns1:pos x="68" y="75"/>
                </ns1:cxn>
                <ns1:cxn ang="0">
                  <ns1:pos x="69" y="71"/>
                </ns1:cxn>
                <ns1:cxn ang="0">
                  <ns1:pos x="69" y="56"/>
                </ns1:cxn>
                <ns1:cxn ang="0">
                  <ns1:pos x="73" y="52"/>
                </ns1:cxn>
                <ns1:cxn ang="0">
                  <ns1:pos x="87" y="5"/>
                </ns1:cxn>
                <ns1:cxn ang="0">
                  <ns1:pos x="59" y="40"/>
                </ns1:cxn>
                <ns1:cxn ang="0">
                  <ns1:pos x="51" y="33"/>
                </ns1:cxn>
                <ns1:cxn ang="0">
                  <ns1:pos x="59" y="25"/>
                </ns1:cxn>
                <ns1:cxn ang="0">
                  <ns1:pos x="66" y="33"/>
                </ns1:cxn>
                <ns1:cxn ang="0">
                  <ns1:pos x="59" y="40"/>
                </ns1:cxn>
                <ns1:cxn ang="0">
                  <ns1:pos x="27" y="82"/>
                </ns1:cxn>
                <ns1:cxn ang="0">
                  <ns1:pos x="13" y="70"/>
                </ns1:cxn>
                <ns1:cxn ang="0">
                  <ns1:pos x="11" y="69"/>
                </ns1:cxn>
                <ns1:cxn ang="0">
                  <ns1:pos x="10" y="70"/>
                </ns1:cxn>
                <ns1:cxn ang="0">
                  <ns1:pos x="6" y="87"/>
                </ns1:cxn>
                <ns1:cxn ang="0">
                  <ns1:pos x="5" y="88"/>
                </ns1:cxn>
                <ns1:cxn ang="0">
                  <ns1:pos x="7" y="90"/>
                </ns1:cxn>
                <ns1:cxn ang="0">
                  <ns1:pos x="8" y="90"/>
                </ns1:cxn>
                <ns1:cxn ang="0">
                  <ns1:pos x="8" y="90"/>
                </ns1:cxn>
                <ns1:cxn ang="0">
                  <ns1:pos x="26" y="85"/>
                </ns1:cxn>
                <ns1:cxn ang="0">
                  <ns1:pos x="27" y="83"/>
                </ns1:cxn>
                <ns1:cxn ang="0">
                  <ns1:pos x="27" y="82"/>
                </ns1:cxn>
                <ns1:cxn ang="0">
                  <ns1:pos x="27" y="82"/>
                </ns1:cxn>
                <ns1:cxn ang="0">
                  <ns1:pos x="27" y="82"/>
                </ns1:cxn>
              </ns1:cxnLst>
              <ns1:rect l="0" t="0" r="r" b="b"/>
              <ns1:pathLst>
                <ns1:path w="89" h="90">
                  <ns1:moveTo>
                    <ns1:pt x="87" y="5"/>
                  </ns1:moveTo>
                  <ns1:cubicBezTo>
                    <ns1:pt x="87" y="2"/>
                    <ns1:pt x="84" y="0"/>
                    <ns1:pt x="81" y="1"/>
                  </ns1:cubicBezTo>
                  <ns1:cubicBezTo>
                    <ns1:pt x="63" y="2"/>
                    <ns1:pt x="47" y="10"/>
                    <ns1:pt x="36" y="23"/>
                  </ns1:cubicBezTo>
                  <ns1:cubicBezTo>
                    <ns1:pt x="35" y="24"/>
                    <ns1:pt x="34" y="25"/>
                    <ns1:pt x="33" y="27"/>
                  </ns1:cubicBezTo>
                  <ns1:cubicBezTo>
                    <ns1:pt x="16" y="29"/>
                    <ns1:pt x="16" y="29"/>
                    <ns1:pt x="16" y="29"/>
                  </ns1:cubicBezTo>
                  <ns1:cubicBezTo>
                    <ns1:pt x="15" y="30"/>
                    <ns1:pt x="13" y="30"/>
                    <ns1:pt x="13" y="31"/>
                  </ns1:cubicBezTo>
                  <ns1:cubicBezTo>
                    <ns1:pt x="1" y="44"/>
                    <ns1:pt x="1" y="44"/>
                    <ns1:pt x="1" y="44"/>
                  </ns1:cubicBezTo>
                  <ns1:cubicBezTo>
                    <ns1:pt x="0" y="46"/>
                    <ns1:pt x="0" y="48"/>
                    <ns1:pt x="0" y="50"/>
                  </ns1:cubicBezTo>
                  <ns1:cubicBezTo>
                    <ns1:pt x="1" y="51"/>
                    <ns1:pt x="3" y="53"/>
                    <ns1:pt x="5" y="53"/>
                  </ns1:cubicBezTo>
                  <ns1:cubicBezTo>
                    <ns1:pt x="17" y="56"/>
                    <ns1:pt x="17" y="56"/>
                    <ns1:pt x="17" y="56"/>
                  </ns1:cubicBezTo>
                  <ns1:cubicBezTo>
                    <ns1:pt x="16" y="64"/>
                    <ns1:pt x="20" y="69"/>
                    <ns1:pt x="24" y="72"/>
                  </ns1:cubicBezTo>
                  <ns1:cubicBezTo>
                    <ns1:pt x="25" y="73"/>
                    <ns1:pt x="25" y="73"/>
                    <ns1:pt x="25" y="73"/>
                  </ns1:cubicBezTo>
                  <ns1:cubicBezTo>
                    <ns1:pt x="30" y="77"/>
                    <ns1:pt x="36" y="78"/>
                    <ns1:pt x="43" y="76"/>
                  </ns1:cubicBezTo>
                  <ns1:cubicBezTo>
                    <ns1:pt x="47" y="87"/>
                    <ns1:pt x="47" y="87"/>
                    <ns1:pt x="47" y="87"/>
                  </ns1:cubicBezTo>
                  <ns1:cubicBezTo>
                    <ns1:pt x="48" y="88"/>
                    <ns1:pt x="50" y="90"/>
                    <ns1:pt x="52" y="90"/>
                  </ns1:cubicBezTo>
                  <ns1:cubicBezTo>
                    <ns1:pt x="52" y="90"/>
                    <ns1:pt x="52" y="90"/>
                    <ns1:pt x="53" y="90"/>
                  </ns1:cubicBezTo>
                  <ns1:cubicBezTo>
                    <ns1:pt x="54" y="90"/>
                    <ns1:pt x="56" y="89"/>
                    <ns1:pt x="57" y="88"/>
                  </ns1:cubicBezTo>
                  <ns1:cubicBezTo>
                    <ns1:pt x="68" y="75"/>
                    <ns1:pt x="68" y="75"/>
                    <ns1:pt x="68" y="75"/>
                  </ns1:cubicBezTo>
                  <ns1:cubicBezTo>
                    <ns1:pt x="69" y="74"/>
                    <ns1:pt x="70" y="73"/>
                    <ns1:pt x="69" y="71"/>
                  </ns1:cubicBezTo>
                  <ns1:cubicBezTo>
                    <ns1:pt x="69" y="56"/>
                    <ns1:pt x="69" y="56"/>
                    <ns1:pt x="69" y="56"/>
                  </ns1:cubicBezTo>
                  <ns1:cubicBezTo>
                    <ns1:pt x="70" y="55"/>
                    <ns1:pt x="72" y="53"/>
                    <ns1:pt x="73" y="52"/>
                  </ns1:cubicBezTo>
                  <ns1:cubicBezTo>
                    <ns1:pt x="84" y="39"/>
                    <ns1:pt x="89" y="22"/>
                    <ns1:pt x="87" y="5"/>
                  </ns1:cubicBezTo>
                  <ns1:close/>
                  <ns1:moveTo>
                    <ns1:pt x="59" y="40"/>
                  </ns1:moveTo>
                  <ns1:cubicBezTo>
                    <ns1:pt x="54" y="40"/>
                    <ns1:pt x="51" y="37"/>
                    <ns1:pt x="51" y="33"/>
                  </ns1:cubicBezTo>
                  <ns1:cubicBezTo>
                    <ns1:pt x="51" y="29"/>
                    <ns1:pt x="54" y="25"/>
                    <ns1:pt x="59" y="25"/>
                  </ns1:cubicBezTo>
                  <ns1:cubicBezTo>
                    <ns1:pt x="63" y="26"/>
                    <ns1:pt x="67" y="29"/>
                    <ns1:pt x="66" y="33"/>
                  </ns1:cubicBezTo>
                  <ns1:cubicBezTo>
                    <ns1:pt x="66" y="37"/>
                    <ns1:pt x="63" y="40"/>
                    <ns1:pt x="59" y="40"/>
                  </ns1:cubicBezTo>
                  <ns1:close/>
                  <ns1:moveTo>
                    <ns1:pt x="27" y="82"/>
                  </ns1:moveTo>
                  <ns1:cubicBezTo>
                    <ns1:pt x="13" y="70"/>
                    <ns1:pt x="13" y="70"/>
                    <ns1:pt x="13" y="70"/>
                  </ns1:cubicBezTo>
                  <ns1:cubicBezTo>
                    <ns1:pt x="13" y="69"/>
                    <ns1:pt x="12" y="69"/>
                    <ns1:pt x="11" y="69"/>
                  </ns1:cubicBezTo>
                  <ns1:cubicBezTo>
                    <ns1:pt x="11" y="69"/>
                    <ns1:pt x="10" y="70"/>
                    <ns1:pt x="10" y="70"/>
                  </ns1:cubicBezTo>
                  <ns1:cubicBezTo>
                    <ns1:pt x="6" y="87"/>
                    <ns1:pt x="6" y="87"/>
                    <ns1:pt x="6" y="87"/>
                  </ns1:cubicBezTo>
                  <ns1:cubicBezTo>
                    <ns1:pt x="6" y="87"/>
                    <ns1:pt x="5" y="88"/>
                    <ns1:pt x="5" y="88"/>
                  </ns1:cubicBezTo>
                  <ns1:cubicBezTo>
                    <ns1:pt x="5" y="89"/>
                    <ns1:pt x="6" y="90"/>
                    <ns1:pt x="7" y="90"/>
                  </ns1:cubicBezTo>
                  <ns1:cubicBezTo>
                    <ns1:pt x="8" y="90"/>
                    <ns1:pt x="8" y="90"/>
                    <ns1:pt x="8" y="90"/>
                  </ns1:cubicBezTo>
                  <ns1:cubicBezTo>
                    <ns1:pt x="8" y="90"/>
                    <ns1:pt x="8" y="90"/>
                    <ns1:pt x="8" y="90"/>
                  </ns1:cubicBezTo>
                  <ns1:cubicBezTo>
                    <ns1:pt x="26" y="85"/>
                    <ns1:pt x="26" y="85"/>
                    <ns1:pt x="26" y="85"/>
                  </ns1:cubicBezTo>
                  <ns1:cubicBezTo>
                    <ns1:pt x="27" y="85"/>
                    <ns1:pt x="27" y="84"/>
                    <ns1:pt x="27" y="83"/>
                  </ns1:cubicBezTo>
                  <ns1:cubicBezTo>
                    <ns1:pt x="27" y="83"/>
                    <ns1:pt x="27" y="82"/>
                    <ns1:pt x="27" y="82"/>
                  </ns1:cubicBezTo>
                  <ns1:close/>
                  <ns1:moveTo>
                    <ns1:pt x="27" y="82"/>
                  </ns1:moveTo>
                  <ns1:cubicBezTo>
                    <ns1:pt x="27" y="82"/>
                    <ns1:pt x="27" y="82"/>
                    <ns1:pt x="27" y="82"/>
                  </ns1:cubicBezTo>
                </ns1:path>
              </ns1:pathLst>
            </ns1:custGeom>
            <ns1:solidFill>
              <ns1:srgbClr val="FFFFFF"/>
            </ns1:solidFill>
            <ns1:ln w="9525">
              <ns1:noFill/>
              <ns1:round/>
              <ns1:headEnd/>
              <ns1:tailEnd/>
            </ns1:ln>
            <ns1:effectLst/>
          </ns0:spPr>
          <ns0:txBody>
            <ns1:bodyPr vert="horz" wrap="square" lIns="121820" tIns="60910" rIns="121820" bIns="60910" numCol="1" anchor="t" anchorCtr="0" compatLnSpc="1">
              <ns1:prstTxWarp prst="textNoShape">
                <ns1:avLst/>
              </ns1:prstTxWarp>
            </ns1:bodyPr>
            <ns1:lstStyle/>
            <ns1:p>
              <ns1:pPr marL="0" marR="0" lvl="0" indent="-239808" algn="l" defTabSz="1624396" rtl="0" eaLnBrk="1" fontAlgn="auto" latinLnBrk="0" hangingPunct="1">
                <ns1:lnSpc>
                  <ns1:spcPct val="90000"/>
                </ns1:lnSpc>
                <ns1:spcBef>
                  <ns1:spcPct val="20000"/>
                </ns1:spcBef>
                <ns1:spcAft>
                  <ns1:spcPts val="0"/>
                </ns1:spcAft>
                <ns1:buClr>
                  <ns1:srgbClr val="CC9900"/>
                </ns1:buClr>
                <ns1:buSzPct val="100000"/>
                <ns1:buFontTx/>
                <ns1:buNone/>
                <ns1:tabLst/>
                <ns1:defRPr/>
              </ns1:pPr>
              <ns1:endParaRPr kumimoji="0" lang="zh-CN" altLang="en-US" sz="3197" b="0" i="0" u="none" strike="noStrike" kern="0" cap="none" spc="0" normalizeH="0" baseline="0" noProof="0" dirty="0">
                <ns1:ln>
                  <ns1:noFill/>
                </ns1:ln>
                <ns1:solidFill>
                  <ns1:srgbClr val="FFFFFF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endParaRPr>
            </ns1:p>
          </ns0:txBody>
        </ns0:sp>
      </ns0:grpSp>
      <ns0:sp>
        <ns0:nvSpPr>
          <ns0:cNvPr id="14" name="文本框 13">
            <ns1:extLst>
              <ns1:ext uri="{FF2B5EF4-FFF2-40B4-BE49-F238E27FC236}">
                <ns2:creationId id="{9B9672A3-7B0D-443A-A9FB-4784147BB8C3}"/>
              </ns1:ext>
            </ns1:extLst>
          </ns0:cNvPr>
          <ns0:cNvSpPr txBox="1"/>
          <ns0:nvPr/>
        </ns0:nvSpPr>
        <ns0:spPr>
          <ns1:xfrm>
            <ns1:off x="2856832" y="5602639"/>
            <ns1:ext cx="481222" cy="21544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块3</ns1:t>
            </ns1:r>
            <ns1:endParaRPr kumimoji="0" lang="zh-CN" altLang="en-US" sz="8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244" name="文本框 243">
            <ns1:extLst>
              <ns1:ext uri="{FF2B5EF4-FFF2-40B4-BE49-F238E27FC236}">
                <ns2:creationId id="{BBD1FE0A-D8B7-4210-A86F-6E2DEA83B5B0}"/>
              </ns1:ext>
            </ns1:extLst>
          </ns0:cNvPr>
          <ns0:cNvSpPr txBox="1"/>
          <ns0:nvPr/>
        </ns0:nvSpPr>
        <ns0:spPr>
          <ns1:xfrm>
            <ns1:off x="1546673" y="4884101"/>
            <ns1:ext cx="481222" cy="21544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块3</ns1:t>
            </ns1:r>
            <ns1:endParaRPr kumimoji="0" lang="zh-CN" altLang="en-US" sz="8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245" name="文本框 244">
            <ns1:extLst>
              <ns1:ext uri="{FF2B5EF4-FFF2-40B4-BE49-F238E27FC236}">
                <ns2:creationId id="{B936DF52-A3DA-4884-9448-405CEBAEEDFD}"/>
              </ns1:ext>
            </ns1:extLst>
          </ns0:cNvPr>
          <ns0:cNvSpPr txBox="1"/>
          <ns0:nvPr/>
        </ns0:nvSpPr>
        <ns0:spPr>
          <ns1:xfrm>
            <ns1:off x="4390957" y="4924853"/>
            <ns1:ext cx="481222" cy="215444"/>
          </ns1:xfrm>
          <ns1:prstGeom prst="rect">
            <ns1:avLst/>
          </ns1:prstGeom>
          <ns1:noFill/>
        </ns0:spPr>
        <ns0:txBody>
          <ns1:bodyPr wrap="none" rtlCol="0">
            <ns1:spAutoFit/>
          </ns1:bodyPr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en-US" altLang="zh-CN" sz="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uLnTx/>
                <ns1:uFillTx/>
                <ns1:latin typeface="Arial" panose="020F0502020204030204"/>
                <ns1:ea typeface="微软雅黑"/>
                <ns1:cs typeface="+mn-ea"/>
                <ns1:sym typeface="+mn-lt"/>
              </ns1:rPr>
              <ns1:t>块3</ns1:t>
            </ns1:r>
            <ns1:endParaRPr kumimoji="0" lang="zh-CN" altLang="en-US" sz="800" b="0" i="0" u="none" strike="noStrike" kern="1200" cap="none" spc="0" normalizeH="0" baseline="0" noProof="0" dirty="0">
              <ns1:ln>
                <ns1:noFill/>
              </ns1:ln>
              <ns1:solidFill>
                <ns1:prstClr val="black"/>
              </ns1:solidFill>
              <ns1:effectLst/>
              <ns1:uLnTx/>
              <ns1:uFillTx/>
              <ns1:latin typeface="Arial" panose="020F0502020204030204"/>
              <ns1:ea typeface="微软雅黑"/>
              <ns1:cs typeface="+mn-ea"/>
              <ns1:sym typeface="+mn-lt"/>
            </ns1:endParaRPr>
          </ns1:p>
        </ns0:txBody>
      </ns0:sp>
      <ns0:sp>
        <ns0:nvSpPr>
          <ns0:cNvPr id="160" name="文本框 159">
            <ns1:extLst>
              <ns1:ext uri="{FF2B5EF4-FFF2-40B4-BE49-F238E27FC236}">
                <ns2:creationId id="{2C651C33-F72B-4932-B011-A130383DE4B7}"/>
              </ns1:ext>
            </ns1:extLst>
          </ns0:cNvPr>
          <ns0:cNvSpPr txBox="1"/>
          <ns0:nvPr/>
        </ns0:nvSpPr>
        <ns0:spPr>
          <ns1:xfrm rot="19885155">
            <ns1:off x="10637821" y="5938442"/>
            <ns1:ext cx="1520529" cy="369332"/>
          </ns1:xfrm>
          <ns1:prstGeom prst="rect">
            <ns1:avLst/>
          </ns1:prstGeom>
          <ns1:solidFill>
            <ns1:srgbClr val="FFFF00"/>
          </ns1:solidFill>
        </ns0:spPr>
        <ns0:txBody>
          <ns1:bodyPr wrap="square" rtlCol="0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tabLst/>
              <ns1:defRPr/>
            </ns1:pPr>
            <ns1:r>
              <ns1:rPr kumimoji="0" lang="zh-CN" altLang="en-US" sz="1800" b="0" i="0" u="none" strike="noStrike" kern="1200" cap="none" spc="0" normalizeH="0" baseline="0" noProof="0" dirty="0">
                <ns1:ln>
                  <ns1:noFill/>
                </ns1:ln>
                <ns1:solidFill>
                  <ns1:prstClr val="black"/>
                </ns1:solidFill>
                <ns1:effectLst/>
                <ns1:highlight>
                  <ns1:srgbClr val="FFFF00"/>
                </ns1:highlight>
                <ns1:uLnTx/>
                <ns1:uFillTx/>
                <ns1:latin typeface="Arial" panose="020F0502020204030204"/>
                <ns1:ea typeface="微软雅黑"/>
                <ns1:cs typeface="+mn-cs"/>
              </ns1:rPr>
              <ns1:t>授权</ns1:t>
            </ns1:r>
          </ns1:p>
        </ns0:txBody>
      </ns0:sp>
    </ns0:spTree>
    <ns0:extLst>
      <ns0:ext uri="{BB962C8B-B14F-4D97-AF65-F5344CB8AC3E}">
        <ns5:creationId val="881885369"/>
      </ns0:ext>
    </ns0:extLst>
  </ns0:cSld>
  <ns0:clrMapOvr>
    <ns1:masterClrMapping/>
  </ns0:clrMapOvr>
</ns0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"/>
</p:tagLst>
</file>

<file path=ppt/theme/theme1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2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91E8AC51-71E2-47EB-A98B-31EFD4425DE1}"/>
    </a:ext>
  </a:extLst>
</a:theme>
</file>

<file path=ppt/theme/theme3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CE9DE895-046C-40AC-AD8E-ED7DD660489B}"/>
    </a:ext>
  </a:extLst>
</a:theme>
</file>

<file path=ppt/theme/theme5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3x1unsw">
      <a:majorFont>
        <a:latin typeface="Arial" panose="020F0302020204030204"/>
        <a:ea typeface="微软雅黑"/>
        <a:cs typeface=""/>
      </a:majorFont>
      <a:minorFont>
        <a:latin typeface="Arial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rgbClr val="0070C0"/>
            </a:gs>
            <a:gs pos="100000">
              <a:srgbClr val="002060">
                <a:alpha val="0"/>
              </a:srgbClr>
            </a:gs>
          </a:gsLst>
          <a:lin ang="16800000" scaled="0"/>
        </a:gradFill>
        <a:ln w="3175">
          <a:noFill/>
        </a:ln>
      </a:spPr>
      <a:bodyPr rtlCol="0" anchor="ctr"/>
      <a:lstStyle>
        <a:defPPr algn="ctr">
          <a:defRPr sz="1799" b="1">
            <a:solidFill>
              <a:prstClr val="white"/>
            </a:solidFill>
            <a:cs typeface="+mn-ea"/>
            <a:sym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3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226e3c35-0fb4-4fa3-ba1d-60ad93d83dc9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358AC06C-4CE3-4A3F-B594-9738C68624A0}" vid="{9E3EAF68-ABE1-42CC-9EED-BC9EE9E8453C}"/>
    </a:ext>
  </a:extLst>
</a:theme>
</file>

<file path=ppt/theme/theme7.xml><?xml version="1.0" encoding="utf-8"?>
<a:theme xmlns:a="http://schemas.openxmlformats.org/drawingml/2006/main" name="1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9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9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4E5724B-7154-473D-A508-2B054E8EE854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HuaWei colour 3">
    <a:dk1>
      <a:srgbClr val="1D1D1A"/>
    </a:dk1>
    <a:lt1>
      <a:srgbClr val="666666"/>
    </a:lt1>
    <a:dk2>
      <a:srgbClr val="FFFFFF"/>
    </a:dk2>
    <a:lt2>
      <a:srgbClr val="DDDDDD"/>
    </a:lt2>
    <a:accent1>
      <a:srgbClr val="E9002F"/>
    </a:accent1>
    <a:accent2>
      <a:srgbClr val="7F0000"/>
    </a:accent2>
    <a:accent3>
      <a:srgbClr val="ED6D00"/>
    </a:accent3>
    <a:accent4>
      <a:srgbClr val="FCC800"/>
    </a:accent4>
    <a:accent5>
      <a:srgbClr val="61B230"/>
    </a:accent5>
    <a:accent6>
      <a:srgbClr val="30B5C5"/>
    </a:accent6>
    <a:hlink>
      <a:srgbClr val="C7000B"/>
    </a:hlink>
    <a:folHlink>
      <a:srgbClr val="666666"/>
    </a:folHlink>
  </a:clrScheme>
  <a:fontScheme name="自定义 1">
    <a:majorFont>
      <a:latin typeface="Arial Black"/>
      <a:ea typeface="Microsoft YaHei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48</TotalTime>
  <Words>3433</Words>
  <Application>Microsoft Office PowerPoint</Application>
  <PresentationFormat>自定义</PresentationFormat>
  <Paragraphs>572</Paragraphs>
  <Slides>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等线</vt:lpstr>
      <vt:lpstr>方正兰亭黑简体</vt:lpstr>
      <vt:lpstr>Microsoft YaHei</vt:lpstr>
      <vt:lpstr>Microsoft YaHei</vt:lpstr>
      <vt:lpstr>Arial</vt:lpstr>
      <vt:lpstr>Calibri</vt:lpstr>
      <vt:lpstr>Impact</vt:lpstr>
      <vt:lpstr>Wingdings</vt:lpstr>
      <vt:lpstr>封面页_图片版 </vt:lpstr>
      <vt:lpstr>目录页</vt:lpstr>
      <vt:lpstr>章节页</vt:lpstr>
      <vt:lpstr>结束页</vt:lpstr>
      <vt:lpstr>3_Office 主题</vt:lpstr>
      <vt:lpstr>23_章节页</vt:lpstr>
      <vt:lpstr>11_Chart page</vt:lpstr>
      <vt:lpstr>9_章节页</vt:lpstr>
      <vt:lpstr>1_封面页_图片版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Haoyan(Noah,ICT Product Portfolio_PLM)</dc:creator>
  <cp:lastModifiedBy>Haoyan(Noah,Storage_MKT)</cp:lastModifiedBy>
  <cp:revision>5</cp:revision>
  <dcterms:created xsi:type="dcterms:W3CDTF">2020-08-28T08:44:19Z</dcterms:created>
  <dcterms:modified xsi:type="dcterms:W3CDTF">2026-05-28T09:21:39Z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(3)jYYNeYqg9URZpIMFTCIdCeNVquPuEel+nDIRQAPIrqxIM5/g5oBljBFaM7g0G3UnNz5I+Lxl
3XzinOb8XrntK+5cii2s/5KHPjVzf2+eT3mkXei0qIqPydT3E9AVL+q4EyN8GFi16B7wafrk
4kKM5b+QlkGvEvrZjPSJu+gnMw7e5TCMMA4EFmF63Ml0dr3+nOPNvAa9KZcwTzlYVuij6jfG
g8y1IjQWMDwHw00j5e</vt:lpwstr>
  </property>
  <property fmtid="{D5CDD505-2E9C-101B-9397-08002B2CF9AE}" pid="3" name="_2015_ms_pID_7253431">
    <vt:lpwstr>H7ij+MfWkrtIywe4S+a0D9BcavELomSG2Ib18xpyvB9q0hdvxoTFcA
gBSOtSnelc6axUseSTlTOvrYN0dRtpTwq9jai4mvc90zFnFZ95NvYO9xJufYr9daOcrVzTqA
GLaIfnqxEKsMJa+WZsbxcLXVnwjEyMOlQVTIeSsuPg293uwzAsm52yuhwds5TG3iH8g9FsCF
fj4i37YlF4KE29z1CbP/AqQpgHM7wlZTKoEN</vt:lpwstr>
  </property>
  <property fmtid="{D5CDD505-2E9C-101B-9397-08002B2CF9AE}" pid="4" name="_2015_ms_pID_7253432">
    <vt:lpwstr>9g==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