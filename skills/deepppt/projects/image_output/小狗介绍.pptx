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FF9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D2D2D"/>
                </a:solidFill>
                <a:latin typeface="Microsoft YaHei"/>
              </a:defRPr>
            </a:pPr>
            <a:r>
              <a:t>认识人类最好的朋友 — 小狗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88888"/>
                </a:solidFill>
                <a:latin typeface="Microsoft YaHei"/>
              </a:defRPr>
            </a:pPr>
            <a:r>
              <a:t>🐶 犬科动物 · 人类驯化已有 15,000+ 年历史</a:t>
            </a:r>
          </a:p>
        </p:txBody>
      </p:sp>
      <p:pic>
        <p:nvPicPr>
          <p:cNvPr id="5" name="Picture 4" descr="cute_d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011680"/>
            <a:ext cx="4114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45920" y="2011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A3A3A"/>
                </a:solidFill>
                <a:latin typeface="Microsoft YaHei"/>
              </a:defRPr>
            </a:pPr>
            <a:r>
              <a:t>🐾 品种多样性</a:t>
            </a:r>
          </a:p>
          <a:p>
            <a:pPr>
              <a:spcBef>
                <a:spcPts val="200"/>
              </a:spcBef>
              <a:defRPr sz="1300">
                <a:solidFill>
                  <a:srgbClr val="777777"/>
                </a:solidFill>
                <a:latin typeface="Microsoft YaHei"/>
              </a:defRPr>
            </a:pPr>
            <a:r>
              <a:t>全球超过 340 种犬类品种</a:t>
            </a:r>
            <a:br/>
            <a:r>
              <a:t>从茶杯犬到藏獒，体型差异可达 100 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1089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A3A3A"/>
                </a:solidFill>
                <a:latin typeface="Microsoft YaHei"/>
              </a:defRPr>
            </a:pPr>
            <a:r>
              <a:t>❤️ 忠诚与陪伴</a:t>
            </a:r>
          </a:p>
          <a:p>
            <a:pPr>
              <a:spcBef>
                <a:spcPts val="200"/>
              </a:spcBef>
              <a:defRPr sz="1300">
                <a:solidFill>
                  <a:srgbClr val="777777"/>
                </a:solidFill>
                <a:latin typeface="Microsoft YaHei"/>
              </a:defRPr>
            </a:pPr>
            <a:r>
              <a:t>狗狗是人类最忠诚的伙伴</a:t>
            </a:r>
            <a:br/>
            <a:r>
              <a:t>能感知主人情绪，缓解压力与孤独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2062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A3A3A"/>
                </a:solidFill>
                <a:latin typeface="Microsoft YaHei"/>
              </a:defRPr>
            </a:pPr>
            <a:r>
              <a:t>🧠 超凡智慧</a:t>
            </a:r>
          </a:p>
          <a:p>
            <a:pPr>
              <a:spcBef>
                <a:spcPts val="200"/>
              </a:spcBef>
              <a:defRPr sz="1300">
                <a:solidFill>
                  <a:srgbClr val="777777"/>
                </a:solidFill>
                <a:latin typeface="Microsoft YaHei"/>
              </a:defRPr>
            </a:pPr>
            <a:r>
              <a:t>最聪明的犬种可理解 250+ 个单词</a:t>
            </a:r>
            <a:br/>
            <a:r>
              <a:t>相当于 2 岁幼儿的认知水平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53035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A3A3A"/>
                </a:solidFill>
                <a:latin typeface="Microsoft YaHei"/>
              </a:defRPr>
            </a:pPr>
            <a:r>
              <a:t>⚕️ 健康守护者</a:t>
            </a:r>
          </a:p>
          <a:p>
            <a:pPr>
              <a:spcBef>
                <a:spcPts val="200"/>
              </a:spcBef>
              <a:defRPr sz="1300">
                <a:solidFill>
                  <a:srgbClr val="777777"/>
                </a:solidFill>
                <a:latin typeface="Microsoft YaHei"/>
              </a:defRPr>
            </a:pPr>
            <a:r>
              <a:t>导盲犬、搜救犬、治疗犬</a:t>
            </a:r>
            <a:br/>
            <a:r>
              <a:t>在医疗和公共服务中发挥重要作用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6035040"/>
            <a:ext cx="6400800" cy="254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BBBBBB"/>
                </a:solidFill>
                <a:latin typeface="Microsoft YaHei"/>
              </a:defRPr>
            </a:pPr>
            <a:r>
              <a:t>数据来源：AKC / FCI · 图片由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