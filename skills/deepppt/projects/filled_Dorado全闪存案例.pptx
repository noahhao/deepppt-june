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7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8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  <p:sldMasterId id="2147483893" r:id="rId5"/>
    <p:sldMasterId id="2147483906" r:id="rId6"/>
    <p:sldMasterId id="2147483910" r:id="rId7"/>
    <p:sldMasterId id="2147483915" r:id="rId8"/>
    <p:sldMasterId id="2147483921" r:id="rId9"/>
  </p:sldMasterIdLst>
  <p:notesMasterIdLst>
    <p:notesMasterId r:id="rId18"/>
  </p:notesMasterIdLst>
  <p:handoutMasterIdLst>
    <p:handoutMasterId r:id="rId19"/>
  </p:handoutMasterIdLst>
  <p:sldIdLst>
    <p:sldId id="256" r:id="rId16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/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268"/>
            <p14:sldId id="2147483639"/>
            <p14:sldId id="261"/>
            <p14:sldId id="267"/>
            <p14:sldId id="2147483577"/>
            <p14:sldId id="2147483580"/>
            <p14:sldId id="1432"/>
            <p14:sldId id="1451"/>
          </p14:sldIdLst>
        </p14:section>
        <p14:section name="结束页" id="{3F9D54A7-3BE2-2540-BB4C-DFE5509085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0" d="100"/>
          <a:sy n="80" d="100"/>
        </p:scale>
        <p:origin x="120" y="7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800404092088388"/>
          <c:y val="0.34002595962504667"/>
          <c:w val="0.76917525852060697"/>
          <c:h val="0.651496096769862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</c:v>
                </c:pt>
              </c:strCache>
            </c:strRef>
          </c:tx>
          <c:spPr>
            <a:gradFill flip="none" rotWithShape="1">
              <a:gsLst>
                <a:gs pos="0">
                  <a:schemeClr val="bg1">
                    <a:lumMod val="60000"/>
                    <a:lumOff val="40000"/>
                  </a:schemeClr>
                </a:gs>
                <a:gs pos="50000">
                  <a:schemeClr val="bg1">
                    <a:lumMod val="40000"/>
                    <a:lumOff val="60000"/>
                  </a:schemeClr>
                </a:gs>
                <a:gs pos="100000">
                  <a:schemeClr val="tx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 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C16-4F39-B14C-403F327DEA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16-4F39-B14C-403F327DEA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shade val="76000"/>
                  </a:schemeClr>
                </a:gs>
                <a:gs pos="75000">
                  <a:schemeClr val="accent1">
                    <a:shade val="76000"/>
                    <a:lumMod val="60000"/>
                    <a:lumOff val="40000"/>
                  </a:schemeClr>
                </a:gs>
                <a:gs pos="51000">
                  <a:schemeClr val="accent1">
                    <a:shade val="76000"/>
                    <a:alpha val="75000"/>
                  </a:schemeClr>
                </a:gs>
                <a:gs pos="100000">
                  <a:schemeClr val="accent1">
                    <a:shade val="76000"/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 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C16-4F39-B14C-403F327DEA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1">
                  <c:v>1741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C16-4F39-B14C-403F327DE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5"/>
        <c:overlap val="74"/>
        <c:axId val="-31036960"/>
        <c:axId val="-31034784"/>
      </c:barChart>
      <c:catAx>
        <c:axId val="-31036960"/>
        <c:scaling>
          <c:orientation val="minMax"/>
        </c:scaling>
        <c:delete val="1"/>
        <c:axPos val="b"/>
        <c:numFmt formatCode="#,##0.00_);[Red]\(#,##0.00\)" sourceLinked="0"/>
        <c:majorTickMark val="none"/>
        <c:minorTickMark val="none"/>
        <c:tickLblPos val="nextTo"/>
        <c:crossAx val="-31034784"/>
        <c:crosses val="autoZero"/>
        <c:auto val="1"/>
        <c:lblAlgn val="ctr"/>
        <c:lblOffset val="100"/>
        <c:noMultiLvlLbl val="0"/>
      </c:catAx>
      <c:valAx>
        <c:axId val="-31034784"/>
        <c:scaling>
          <c:orientation val="minMax"/>
          <c:min val="1000"/>
        </c:scaling>
        <c:delete val="1"/>
        <c:axPos val="l"/>
        <c:numFmt formatCode="General" sourceLinked="1"/>
        <c:majorTickMark val="none"/>
        <c:minorTickMark val="none"/>
        <c:tickLblPos val="nextTo"/>
        <c:crossAx val="-31036960"/>
        <c:crosses val="autoZero"/>
        <c:crossBetween val="between"/>
        <c:majorUnit val="5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3216524135001001"/>
          <c:y val="6.5122153775207706E-2"/>
          <c:w val="0.76917525852060697"/>
          <c:h val="0.651496096769862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</c:v>
                </c:pt>
              </c:strCache>
            </c:strRef>
          </c:tx>
          <c:spPr>
            <a:gradFill flip="none" rotWithShape="1">
              <a:gsLst>
                <a:gs pos="0">
                  <a:schemeClr val="bg1">
                    <a:lumMod val="60000"/>
                    <a:lumOff val="40000"/>
                  </a:schemeClr>
                </a:gs>
                <a:gs pos="50000">
                  <a:schemeClr val="bg1">
                    <a:lumMod val="40000"/>
                    <a:lumOff val="60000"/>
                  </a:schemeClr>
                </a:gs>
                <a:gs pos="100000">
                  <a:schemeClr val="tx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00-4DC1-85EA-D9D30B0B30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shade val="76000"/>
                  </a:schemeClr>
                </a:gs>
                <a:gs pos="75000">
                  <a:schemeClr val="accent1">
                    <a:shade val="76000"/>
                    <a:lumMod val="60000"/>
                    <a:lumOff val="40000"/>
                  </a:schemeClr>
                </a:gs>
                <a:gs pos="51000">
                  <a:schemeClr val="accent1">
                    <a:shade val="76000"/>
                    <a:alpha val="75000"/>
                  </a:schemeClr>
                </a:gs>
                <a:gs pos="100000">
                  <a:schemeClr val="accent1">
                    <a:shade val="76000"/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1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00-4DC1-85EA-D9D30B0B30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5"/>
        <c:overlap val="74"/>
        <c:axId val="-31033696"/>
        <c:axId val="-31032064"/>
      </c:barChart>
      <c:catAx>
        <c:axId val="-31033696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-31032064"/>
        <c:crosses val="autoZero"/>
        <c:auto val="1"/>
        <c:lblAlgn val="ctr"/>
        <c:lblOffset val="100"/>
        <c:noMultiLvlLbl val="0"/>
      </c:catAx>
      <c:valAx>
        <c:axId val="-31032064"/>
        <c:scaling>
          <c:orientation val="minMax"/>
          <c:max val="150"/>
          <c:min val="5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31033696"/>
        <c:crosses val="autoZero"/>
        <c:crossBetween val="between"/>
        <c:majorUnit val="5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600" kern="0" noProof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589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中国排名前二的综合证券机构之一，拥有超过20,000台虚拟机和2,500台服务器，由于VMware价格上涨且无法提供服务支持，他们希望寻找一个替代的虚拟化平台来取代VMware。自2023年以来，DCS一直在进行POC测试，现已启动生产虚拟化迁移。迁移速度已从最初的1小时缩短至不到10分钟，从每天20台虚拟机提升至每天300台虚拟机，且迁移成功率达到了100%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290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7BFC6-8DB9-4EE2-A166-DA3D86E303D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476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762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【客户介绍】</a:t>
            </a:r>
            <a:endParaRPr lang="zh-CN" altLang="zh-CN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上海浦东发展银行简称浦发银行，是除六大行之外排名前二的全国股份制商业银行，集团资产总额达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62,896.06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亿元以上，其在世界五百强中排名第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227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位（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2018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年）。</a:t>
            </a:r>
            <a:endParaRPr lang="en-US" altLang="zh-CN" sz="1600" dirty="0">
              <a:effectLst/>
            </a:endParaRPr>
          </a:p>
          <a:p>
            <a:endParaRPr lang="en-US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【客户痛点】</a:t>
            </a: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随着数字经济的快速发展，银行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系统的交易量明显提升，尤其是在双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等业务高峰期会带来显著的交易量增加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飞速增长的业务交易对数据基础设施提出更高的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性能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要求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、“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系统稳定性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”既是银行数据中心的核心要求，也是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浦发银行信用卡智能升级项目核心考量指标之一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。保障业务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小时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中断，用户在日常场景及双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等高峰期场景下交易安心可靠，是浦发银行的核心价值所在。</a:t>
            </a:r>
            <a:endParaRPr lang="en-US" altLang="zh-CN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节能环保是未来可持续发展的主航道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。当前存储系统存在大量高峰期资源抢占和空闲时资源浪费，大量冗余数据占用许多存储及电力资源。响应国家号召，节能刻不容缓。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【解决方案】</a:t>
            </a: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采用华为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全闪存解决方案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存储性能领先现网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3.5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倍，支撑交易数据库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TPS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增长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倍，保障交易业务平稳运行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采用业界领先的高端全闪存和</a:t>
            </a:r>
            <a:r>
              <a:rPr lang="en-US" altLang="zh-CN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NoF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方案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，显著提升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毫秒级存储响应速度。</a:t>
            </a:r>
            <a:endParaRPr lang="en-US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具备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容忍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块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SSD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同时故障、控制器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坏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等持续稳定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特性，并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实现“存储层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数据库层”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双层数据保护方案，</a:t>
            </a:r>
            <a:r>
              <a:rPr lang="zh-CN" altLang="en-US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Wingdings" panose="05000000000000000000" pitchFamily="2" charset="2"/>
              </a:rPr>
              <a:t>两地三中心数据保护</a:t>
            </a:r>
            <a:r>
              <a:rPr lang="en-US" altLang="zh-CN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Wingdings" panose="05000000000000000000" pitchFamily="2" charset="2"/>
              </a:rPr>
              <a:t>+</a:t>
            </a:r>
            <a:r>
              <a:rPr lang="zh-CN" altLang="en-US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基于应用层</a:t>
            </a:r>
            <a:r>
              <a:rPr lang="zh-CN" altLang="en-US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Wingdings" panose="05000000000000000000" pitchFamily="2" charset="2"/>
              </a:rPr>
              <a:t>可靠性双保险，共同确保业务永不中断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zh-CN" altLang="en-US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全闪存基于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算法主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学习银行业务的数据路径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，提高数据预读命中率；智能重删压缩大大降低存储及电力资源消耗；三层智能管理系统实现数据全生命周期管理，降低运维成本。整体实现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机柜空间缩减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72%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电费缩减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66%OPEX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缩减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zh-CN" altLang="en-US" sz="1600" dirty="0"/>
          </a:p>
          <a:p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52FFA-E8C6-45E6-810D-D0F2CEE8C5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689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【客户介绍】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利雅得银行（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Riyad Bank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）沙特阿拉伯最大的金融机构，资产排名第三，于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1957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年创建，沙特政府占股达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51%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，受沙特阿拉伯货币协会监管，拥有较强的企业和零售银行业务专营权，以及领先的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网络。利雅得银行在《福布斯》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2014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年全球企业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强中排名第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735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位。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【客户痛点】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需要存储来承载银行的部分核心系统业务，所以，存储必须同时满足高可靠性和高性能的需求，例如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个甚至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以上的高可用，稳定的低时延，易于维护等等特性。</a:t>
            </a:r>
          </a:p>
          <a:p>
            <a:pPr lvl="0"/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其次，在数字化转型过程中，不仅仅是选择存储硬件，也是在选择存储供应商，希望可以选择出稳定和长期的合作伙伴，一起应对数字化转型过程中出现的各种不确定性。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【解决方案】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2019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年，客户就开始接触华为，了解华为存储和网络等解决方案。在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月份，受邀参加了华为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大会，对华为整体的综合实力印象深刻。同年，客户选择了华为分支网络解决方案，同时通过，华为</a:t>
            </a:r>
            <a:r>
              <a:rPr lang="en-US" altLang="zh-CN" sz="3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全闪存存储较好的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测试表现和卓越的性能，我们</a:t>
            </a:r>
            <a:r>
              <a:rPr lang="zh-CN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选择其用于邮件系统的存储，全自动化迁移，完备的软件功能和超凡的可靠性，都足以让我们再次选择华为存储。</a:t>
            </a:r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2020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年，我们</a:t>
            </a:r>
            <a:r>
              <a:rPr lang="zh-CN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在核心数据库和虚拟化平台上，也使用了华为</a:t>
            </a:r>
            <a:r>
              <a:rPr lang="en-US" altLang="zh-CN" sz="3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zh-CN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全闪存。</a:t>
            </a:r>
            <a:endParaRPr lang="en-US" altLang="zh-CN" sz="36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华为存储哪些点满足了客户需求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benefits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是什么？ </a:t>
            </a:r>
          </a:p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、极致可靠：全互联架构，保证设备本身没有单点故障；同时多引擎间实现内双活、设备间外双活，保障业务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的可靠性；快速重构，确保数据持续安全。</a:t>
            </a:r>
          </a:p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、极致性能：即使业务峰值期间，存储延迟稳定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1ms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内，为银行各系统平台提供稳定性能的同时，也从另外一个侧面保障了业务系统的平稳可靠运行。</a:t>
            </a:r>
          </a:p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、化繁为简：无网关双活，满足可靠性的诉求前提下，简化硬件组网复杂度；出现故障后能够尽量自愈（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SSD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故障后，除了快速重构外，还有缩列重构，实现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RAID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级别不降低，无需人为过多干预）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到现在，客户采购了</a:t>
            </a:r>
            <a:r>
              <a:rPr lang="en-US" altLang="zh-CN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套 </a:t>
            </a:r>
            <a:r>
              <a:rPr kumimoji="0" lang="en-US" altLang="zh-CN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OceanStor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lang="en-US" altLang="zh-CN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Dorado 18000 V6</a:t>
            </a:r>
            <a:r>
              <a:rPr lang="zh-CN" altLang="en-US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，三套用于邮箱系统，另外三套用于 </a:t>
            </a:r>
            <a:r>
              <a:rPr lang="en-US" altLang="zh-CN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banking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52FFA-E8C6-45E6-810D-D0F2CEE8C5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412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10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dirty="0">
                <a:cs typeface="+mn-ea"/>
                <a:sym typeface="+mn-lt"/>
              </a:rPr>
              <a:t>*</a:t>
            </a:r>
            <a:r>
              <a:rPr lang="zh-CN" altLang="en-US" dirty="0">
                <a:cs typeface="+mn-ea"/>
                <a:sym typeface="+mn-lt"/>
              </a:rPr>
              <a:t>仅限内部宣传</a:t>
            </a:r>
          </a:p>
        </p:txBody>
      </p:sp>
    </p:spTree>
    <p:extLst>
      <p:ext uri="{BB962C8B-B14F-4D97-AF65-F5344CB8AC3E}">
        <p14:creationId xmlns:p14="http://schemas.microsoft.com/office/powerpoint/2010/main" val="342083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175" y="1709739"/>
            <a:ext cx="1051970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2175" y="4589464"/>
            <a:ext cx="1051970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45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528" y="1825625"/>
            <a:ext cx="518362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4611" y="1825625"/>
            <a:ext cx="518362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775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16" y="365126"/>
            <a:ext cx="1051970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117" y="1681163"/>
            <a:ext cx="51598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117" y="2505075"/>
            <a:ext cx="51598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4611" y="1681163"/>
            <a:ext cx="51852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4611" y="2505075"/>
            <a:ext cx="518521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75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786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41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303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2B009E-B7BF-4A75-8D8B-CAED8D3602C1}"/>
              </a:ext>
            </a:extLst>
          </p:cNvPr>
          <p:cNvSpPr/>
          <p:nvPr userDrawn="1"/>
        </p:nvSpPr>
        <p:spPr>
          <a:xfrm>
            <a:off x="10515099" y="6488602"/>
            <a:ext cx="1003801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6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2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8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0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uLnTx/>
                <a:uFillTx/>
                <a:cs typeface="+mn-ea"/>
                <a:sym typeface="+mn-lt"/>
              </a:rPr>
              <a:t>*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uLnTx/>
                <a:uFillTx/>
                <a:cs typeface="+mn-ea"/>
                <a:sym typeface="+mn-lt"/>
              </a:rPr>
              <a:t>仅限内部宣传</a:t>
            </a:r>
          </a:p>
        </p:txBody>
      </p:sp>
    </p:spTree>
    <p:extLst>
      <p:ext uri="{BB962C8B-B14F-4D97-AF65-F5344CB8AC3E}">
        <p14:creationId xmlns:p14="http://schemas.microsoft.com/office/powerpoint/2010/main" val="436595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8309" y="365125"/>
            <a:ext cx="2629927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527" y="365125"/>
            <a:ext cx="773732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878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962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5516" y="369427"/>
            <a:ext cx="10795650" cy="35924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4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258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39" algn="ctr"/>
              </a:tabLst>
              <a:defRPr sz="1296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630" marR="0" lvl="1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4796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119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8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348557"/>
            <a:ext cx="10740640" cy="5228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520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575" y="1065213"/>
            <a:ext cx="10180910" cy="74578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3129" y="1268436"/>
            <a:ext cx="5181507" cy="475297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924" y="1268436"/>
            <a:ext cx="5183624" cy="475297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0122673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508" indent="0" algn="ctr">
              <a:buNone/>
              <a:defRPr sz="2596"/>
            </a:lvl2pPr>
            <a:lvl3pPr marL="1187016" indent="0" algn="ctr">
              <a:buNone/>
              <a:defRPr sz="2337"/>
            </a:lvl3pPr>
            <a:lvl4pPr marL="1780527" indent="0" algn="ctr">
              <a:buNone/>
              <a:defRPr sz="2077"/>
            </a:lvl4pPr>
            <a:lvl5pPr marL="2374035" indent="0" algn="ctr">
              <a:buNone/>
              <a:defRPr sz="2077"/>
            </a:lvl5pPr>
            <a:lvl6pPr marL="2967543" indent="0" algn="ctr">
              <a:buNone/>
              <a:defRPr sz="2077"/>
            </a:lvl6pPr>
            <a:lvl7pPr marL="3561051" indent="0" algn="ctr">
              <a:buNone/>
              <a:defRPr sz="2077"/>
            </a:lvl7pPr>
            <a:lvl8pPr marL="4154562" indent="0" algn="ctr">
              <a:buNone/>
              <a:defRPr sz="2077"/>
            </a:lvl8pPr>
            <a:lvl9pPr marL="4748069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6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70" marR="0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10" marR="0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294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853" marR="0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294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504" indent="-171047">
              <a:buFont typeface="Arial" panose="020B0604020202020204" pitchFamily="34" charset="0"/>
              <a:buChar char="•"/>
              <a:tabLst>
                <a:tab pos="1207624" algn="ctr"/>
              </a:tabLst>
              <a:defRPr sz="1299" baseline="0"/>
            </a:lvl4pPr>
            <a:lvl5pPr marL="525504" indent="-171047">
              <a:buFont typeface="Arial" panose="020B0604020202020204" pitchFamily="34" charset="0"/>
              <a:buChar char="•"/>
              <a:tabLst>
                <a:tab pos="1207624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10" marR="0" lvl="1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853" marR="0" lvl="2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853" marR="0" lvl="2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1329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430364" y="218039"/>
            <a:ext cx="11270102" cy="504775"/>
          </a:xfrm>
          <a:prstGeom prst="rect">
            <a:avLst/>
          </a:prstGeom>
        </p:spPr>
        <p:txBody>
          <a:bodyPr lIns="121883" tIns="60944" rIns="121883" bIns="60944" anchor="ctr"/>
          <a:lstStyle>
            <a:lvl1pPr>
              <a:defRPr sz="2799">
                <a:solidFill>
                  <a:srgbClr val="C00000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idx="1"/>
          </p:nvPr>
        </p:nvSpPr>
        <p:spPr bwMode="auto">
          <a:xfrm>
            <a:off x="430364" y="792485"/>
            <a:ext cx="11270102" cy="548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118" tIns="40058" rIns="80118" bIns="40058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83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4820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BBB338-CCAC-4E2F-A57C-D5692742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4788" cy="365125"/>
          </a:xfrm>
          <a:prstGeom prst="rect">
            <a:avLst/>
          </a:prstGeom>
        </p:spPr>
        <p:txBody>
          <a:bodyPr/>
          <a:lstStyle>
            <a:lvl1pPr defTabSz="914478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3FBCED5-2E1D-428E-A7D8-361865B98740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29DB23-79FA-498E-AD7E-A3F01139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0188" y="6356350"/>
            <a:ext cx="4116387" cy="365125"/>
          </a:xfrm>
          <a:prstGeom prst="rect">
            <a:avLst/>
          </a:prstGeom>
        </p:spPr>
        <p:txBody>
          <a:bodyPr/>
          <a:lstStyle>
            <a:lvl1pPr defTabSz="914478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FF3E1F-E407-4E21-920B-1B5D6020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775" y="6356350"/>
            <a:ext cx="274478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fld id="{DE042A4F-11C1-4429-B1CD-EE192D8EE68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9282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545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516330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9194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62860F8-CB08-5492-3F94-78379226A5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03" b="2308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09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578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CD5DDA-E9BB-45B2-A94E-92C91120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4788" cy="365125"/>
          </a:xfrm>
          <a:prstGeom prst="rect">
            <a:avLst/>
          </a:prstGeom>
        </p:spPr>
        <p:txBody>
          <a:bodyPr/>
          <a:lstStyle/>
          <a:p>
            <a:fld id="{3252FBED-35F5-4301-B6BA-1363A7A6A473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B18B4A-F3F7-49AC-9C68-A424718E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0189" y="6356352"/>
            <a:ext cx="4116387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DFB45F-4FC7-49C0-AF61-CB219DE1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775" y="6356352"/>
            <a:ext cx="2744788" cy="365125"/>
          </a:xfrm>
          <a:prstGeom prst="rect">
            <a:avLst/>
          </a:prstGeom>
        </p:spPr>
        <p:txBody>
          <a:bodyPr/>
          <a:lstStyle/>
          <a:p>
            <a:fld id="{4A0A36B2-D27B-4CC2-8841-450704C170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84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.jpe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6.tiff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6.tiff"/><Relationship Id="rId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7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478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5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6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6">
            <a:extLst>
              <a:ext uri="{FF2B5EF4-FFF2-40B4-BE49-F238E27FC236}">
                <a16:creationId xmlns:a16="http://schemas.microsoft.com/office/drawing/2014/main" id="{7A2EB454-5961-FAA0-7FCF-DF178D6314E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378" y="630239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6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94" name="矩形 193">
            <ns1:extLst>
              <ns1:ext uri="{FF2B5EF4-FFF2-40B4-BE49-F238E27FC236}">
                <ns2:creationId id="{4433953D-9DAC-42C9-A62E-3E3FAD217B91}"/>
              </ns1:ext>
            </ns1:extLst>
          </ns0:cNvPr>
          <ns0:cNvSpPr/>
          <ns0:nvPr/>
        </ns0:nvSpPr>
        <ns0:spPr>
          <ns1:xfrm>
            <ns1:off x="10515099" y="6466489"/>
            <ns1:ext cx="1003801" cy="246221"/>
          </ns1:xfrm>
          <ns1:prstGeom prst="rect">
            <ns1:avLst/>
          </ns1:prstGeom>
        </ns0:spPr>
        <ns0:txBody>
          <ns1:bodyPr wrap="none">
            <ns1:spAutoFit/>
          </ns1:bodyPr>
          <ns1:lstStyle>
            <ns1:defPPr>
              <ns1:defRPr lang="zh-CN"/>
            </ns1:defPPr>
            <ns1:lvl1pPr marL="0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1pPr>
            <ns1:lvl2pPr marL="609600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1219200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829435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2439035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3048635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3658235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4267835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4878070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marL="0" marR="0" lvl="0" indent="0" algn="l" defTabSz="12192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0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*</ns1:t>
            </ns1:r>
            <ns1:r>
              <ns1:rPr kumimoji="0" lang="zh-CN" altLang="en-US" sz="10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仅限内部宣传</ns1:t>
            </ns1:r>
          </ns1:p>
        </ns0:txBody>
      </ns0:sp>
      <ns0:grpSp>
        <ns0:nvGrpSpPr>
          <ns0:cNvPr id="372" name="组合 371">
            <ns1:extLst>
              <ns1:ext uri="{FF2B5EF4-FFF2-40B4-BE49-F238E27FC236}">
                <ns2:creationId id="{572179F1-713F-459B-AAFA-54D2C867DF82}"/>
              </ns1:ext>
            </ns1:extLst>
          </ns0:cNvPr>
          <ns0:cNvGrpSpPr/>
          <ns0:nvPr/>
        </ns0:nvGrpSpPr>
        <ns0:grpSpPr>
          <ns1:xfrm>
            <ns1:off x="7506310" y="2250893"/>
            <ns1:ext cx="3809246" cy="978806"/>
            <ns1:chOff x="7058220" y="2406457"/>
            <ns1:chExt cx="4165272" cy="1070287"/>
          </ns1:xfrm>
        </ns0:grpSpPr>
        <ns0:sp>
          <ns0:nvSpPr>
            <ns0:cNvPr id="373" name="矩形 372">
              <ns1:extLst>
                <ns1:ext uri="{FF2B5EF4-FFF2-40B4-BE49-F238E27FC236}">
                  <ns2:creationId id="{68368E8F-35EA-4044-B8C6-B7F12D2DAD19}"/>
                </ns1:ext>
              </ns1:extLst>
            </ns0:cNvPr>
            <ns0:cNvSpPr/>
            <ns0:nvPr/>
          </ns0:nvSpPr>
          <ns0:spPr>
            <ns1:xfrm>
              <ns1:off x="7146643" y="2812004"/>
              <ns1:ext cx="4076849" cy="664740"/>
            </ns1:xfrm>
            <ns1:prstGeom prst="rect">
              <ns1:avLst/>
            </ns1:prstGeom>
          </ns0:spPr>
          <ns0:txBody>
            <ns1:bodyPr wrap="square" lIns="0" tIns="0" rIns="0" bIns="0">
              <ns1:spAutoFit/>
            </ns1:bodyPr>
            <ns1:lstStyle/>
            <ns1:p>
              <ns1:pPr marL="0" marR="0" lvl="0" indent="0" algn="l" defTabSz="914034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高峰交易规模</ns1:t>
              </ns1:r>
              <ns1:r>
                <ns1: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90</ns1:t>
              </ns1: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万</ns1:t>
              </ns1:r>
              <ns1:r>
                <ns1: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-&gt;630</ns1:t>
              </ns1: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万人</ns1:t>
              </ns1:r>
              <ns1:r>
                <ns1: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/</ns1:t>
              </ns1: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半小时</ns1:t>
              </ns1:r>
              <ns1:endPara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  <ns1:p>
              <ns1:pPr marL="0" marR="0" lvl="0" indent="0" algn="l" defTabSz="914034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NVMe</ns1:t>
              </ns1: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全闪存，时延大幅降低</ns1:t>
              </ns1:r>
              <ns1:endPara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74" name="矩形 373">
              <ns1:extLst>
                <ns1:ext uri="{FF2B5EF4-FFF2-40B4-BE49-F238E27FC236}">
                  <ns2:creationId id="{7EC180F0-E584-467E-B9D1-1581CCC2674B}"/>
                </ns1:ext>
              </ns1:extLst>
            </ns0:cNvPr>
            <ns0:cNvSpPr/>
            <ns0:nvPr/>
          </ns0:nvSpPr>
          <ns0:spPr>
            <ns1:xfrm>
              <ns1:off x="7058220" y="2406457"/>
              <ns1:ext cx="3106357" cy="504813"/>
            </ns1:xfrm>
            <ns1:prstGeom prst="rect">
              <ns1:avLst/>
            </ns1:prstGeom>
            <ns1:effectLst/>
          </ns0:spPr>
          <ns0:txBody>
            <ns1:bodyPr wrap="none">
              <ns1:spAutoFit/>
            </ns1:bodyPr>
            <ns1:lstStyle/>
            <ns1:p>
              <ns1:pPr marL="0" marR="0" lvl="0" indent="0" algn="ctr" defTabSz="1218346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2400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TPS</ns1:t>
              </ns1:r>
              <ns1:r>
                <ns1:rPr kumimoji="0" lang="zh-CN" altLang="en-US" sz="2400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：</ns1:t>
              </ns1:r>
              <ns1:r>
                <ns1:rPr kumimoji="0" lang="en-US" altLang="zh-CN" sz="24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1000    7000</ns1:t>
              </ns1:r>
              <ns1:endParaRPr kumimoji="0" lang="zh-CN" altLang="en-US" sz="2400" b="1" i="0" u="none" strike="noStrike" kern="1200" cap="none" spc="0" normalizeH="0" baseline="0" noProof="0" dirty="0">
                <ns1:ln>
                  <ns1:noFill/>
                </ns1:ln>
                <ns1:solidFill>
                  <ns1:srgbClr val="C00000"/>
                </ns1:solidFill>
                <ns1:effectLst>
                  <ns1:outerShdw blurRad="38100" dist="38100" dir="2700000" algn="tl">
                    <ns1:srgbClr val="000000">
                      <ns1:alpha val="43137"/>
                    </ns1:srgbClr>
                  </ns1:outerShdw>
                </ns1:effectLst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grpSp>
        <ns0:nvGrpSpPr>
          <ns0:cNvPr id="375" name="组合 374">
            <ns1:extLst>
              <ns1:ext uri="{FF2B5EF4-FFF2-40B4-BE49-F238E27FC236}">
                <ns2:creationId id="{6D65E8B4-5F04-498B-86E3-346A308C83CA}"/>
              </ns1:ext>
            </ns1:extLst>
          </ns0:cNvPr>
          <ns0:cNvGrpSpPr>
            <ns1:grpSpLocks noChangeAspect="1"/>
          </ns0:cNvGrpSpPr>
          <ns0:nvPr/>
        </ns0:nvGrpSpPr>
        <ns0:grpSpPr>
          <ns1:xfrm>
            <ns1:off x="6457398" y="2380296"/>
            <ns1:ext cx="715669" cy="720000"/>
            <ns1:chOff x="7041323" y="2279174"/>
            <ns1:chExt cx="943431" cy="949140"/>
          </ns1:xfrm>
        </ns0:grpSpPr>
        <ns0:sp>
          <ns0:nvSpPr>
            <ns0:cNvPr id="376" name="矩形: 圆角 375">
              <ns1:extLst>
                <ns1:ext uri="{FF2B5EF4-FFF2-40B4-BE49-F238E27FC236}">
                  <ns2:creationId id="{BB4BBFAE-4F0A-415C-9279-2B500B1D899C}"/>
                </ns1:ext>
              </ns1:extLst>
            </ns0:cNvPr>
            <ns0:cNvSpPr/>
            <ns0:nvPr/>
          </ns0:nvSpPr>
          <ns0:spPr>
            <ns1:xfrm>
              <ns1:off x="7041323" y="2279174"/>
              <ns1:ext cx="943431" cy="949140"/>
            </ns1:xfrm>
            <ns1:prstGeom prst="roundRect">
              <ns1:avLst/>
            </ns1:prstGeom>
            <ns1:solidFill>
              <ns1:srgbClr val="0070C0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78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1800" b="0" i="0" u="none" strike="noStrike" kern="1200" cap="none" spc="0" normalizeH="0" baseline="0" noProof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77" name="Freeform 6">
              <ns1:extLst>
                <ns1:ext uri="{FF2B5EF4-FFF2-40B4-BE49-F238E27FC236}">
                  <ns2:creationId id="{C6100169-B206-45F3-BF8E-E844D7124DEE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7149585" y="2416185"/>
              <ns1:ext cx="726906" cy="675119"/>
            </ns1:xfrm>
            <ns1:custGeom>
              <ns1:avLst/>
              <ns1:gdLst>
                <ns1:gd name="T0" fmla="*/ 3113 w 3219"/>
                <ns1:gd name="T1" fmla="*/ 1433 h 3170"/>
                <ns1:gd name="T2" fmla="*/ 1556 w 3219"/>
                <ns1:gd name="T3" fmla="*/ 3170 h 3170"/>
                <ns1:gd name="T4" fmla="*/ 8 w 3219"/>
                <ns1:gd name="T5" fmla="*/ 1827 h 3170"/>
                <ns1:gd name="T6" fmla="*/ 106 w 3219"/>
                <ns1:gd name="T7" fmla="*/ 1712 h 3170"/>
                <ns1:gd name="T8" fmla="*/ 205 w 3219"/>
                <ns1:gd name="T9" fmla="*/ 1802 h 3170"/>
                <ns1:gd name="T10" fmla="*/ 1556 w 3219"/>
                <ns1:gd name="T11" fmla="*/ 2982 h 3170"/>
                <ns1:gd name="T12" fmla="*/ 2916 w 3219"/>
                <ns1:gd name="T13" fmla="*/ 1466 h 3170"/>
                <ns1:gd name="T14" fmla="*/ 1720 w 3219"/>
                <ns1:gd name="T15" fmla="*/ 270 h 3170"/>
                <ns1:gd name="T16" fmla="*/ 516 w 3219"/>
                <ns1:gd name="T17" fmla="*/ 737 h 3170"/>
                <ns1:gd name="T18" fmla="*/ 975 w 3219"/>
                <ns1:gd name="T19" fmla="*/ 737 h 3170"/>
                <ns1:gd name="T20" fmla="*/ 1073 w 3219"/>
                <ns1:gd name="T21" fmla="*/ 835 h 3170"/>
                <ns1:gd name="T22" fmla="*/ 975 w 3219"/>
                <ns1:gd name="T23" fmla="*/ 934 h 3170"/>
                <ns1:gd name="T24" fmla="*/ 319 w 3219"/>
                <ns1:gd name="T25" fmla="*/ 934 h 3170"/>
                <ns1:gd name="T26" fmla="*/ 237 w 3219"/>
                <ns1:gd name="T27" fmla="*/ 786 h 3170"/>
                <ns1:gd name="T28" fmla="*/ 1737 w 3219"/>
                <ns1:gd name="T29" fmla="*/ 65 h 3170"/>
                <ns1:gd name="T30" fmla="*/ 3113 w 3219"/>
                <ns1:gd name="T31" fmla="*/ 1433 h 3170"/>
                <ns1:gd name="T32" fmla="*/ 1573 w 3219"/>
                <ns1:gd name="T33" fmla="*/ 1122 h 3170"/>
                <ns1:gd name="T34" fmla="*/ 1663 w 3219"/>
                <ns1:gd name="T35" fmla="*/ 1221 h 3170"/>
                <ns1:gd name="T36" fmla="*/ 1663 w 3219"/>
                <ns1:gd name="T37" fmla="*/ 1565 h 3170"/>
                <ns1:gd name="T38" fmla="*/ 2089 w 3219"/>
                <ns1:gd name="T39" fmla="*/ 1843 h 3170"/>
                <ns1:gd name="T40" fmla="*/ 2130 w 3219"/>
                <ns1:gd name="T41" fmla="*/ 1909 h 3170"/>
                <ns1:gd name="T42" fmla="*/ 2122 w 3219"/>
                <ns1:gd name="T43" fmla="*/ 1982 h 3170"/>
                <ns1:gd name="T44" fmla="*/ 2064 w 3219"/>
                <ns1:gd name="T45" fmla="*/ 2032 h 3170"/>
                <ns1:gd name="T46" fmla="*/ 1991 w 3219"/>
                <ns1:gd name="T47" fmla="*/ 2023 h 3170"/>
                <ns1:gd name="T48" fmla="*/ 1540 w 3219"/>
                <ns1:gd name="T49" fmla="*/ 1728 h 3170"/>
                <ns1:gd name="T50" fmla="*/ 1483 w 3219"/>
                <ns1:gd name="T51" fmla="*/ 1606 h 3170"/>
                <ns1:gd name="T52" fmla="*/ 1483 w 3219"/>
                <ns1:gd name="T53" fmla="*/ 1221 h 3170"/>
                <ns1:gd name="T54" fmla="*/ 1573 w 3219"/>
                <ns1:gd name="T55" fmla="*/ 1122 h 3170"/>
                <ns1:gd name="T56" fmla="*/ 1573 w 3219"/>
                <ns1:gd name="T57" fmla="*/ 1122 h 3170"/>
                <ns1:gd name="T58" fmla="*/ 1573 w 3219"/>
                <ns1:gd name="T59" fmla="*/ 1122 h 31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</ns1:cxnLst>
              <ns1:rect l="0" t="0" r="r" b="b"/>
              <ns1:pathLst>
                <ns1:path w="3219" h="3170">
                  <ns1:moveTo>
                    <ns1:pt x="3113" y="1433"/>
                  </ns1:moveTo>
                  <ns1:cubicBezTo>
                    <ns1:pt x="3219" y="2367"/>
                    <ns1:pt x="2482" y="3170"/>
                    <ns1:pt x="1556" y="3170"/>
                  </ns1:cubicBezTo>
                  <ns1:cubicBezTo>
                    <ns1:pt x="770" y="3170"/>
                    <ns1:pt x="115" y="2580"/>
                    <ns1:pt x="8" y="1827"/>
                  </ns1:cubicBezTo>
                  <ns1:cubicBezTo>
                    <ns1:pt x="0" y="1769"/>
                    <ns1:pt x="41" y="1712"/>
                    <ns1:pt x="106" y="1712"/>
                  </ns1:cubicBezTo>
                  <ns1:cubicBezTo>
                    <ns1:pt x="156" y="1712"/>
                    <ns1:pt x="196" y="1753"/>
                    <ns1:pt x="205" y="1802"/>
                  </ns1:cubicBezTo>
                  <ns1:cubicBezTo>
                    <ns1:pt x="295" y="2466"/>
                    <ns1:pt x="868" y="2982"/>
                    <ns1:pt x="1556" y="2982"/>
                  </ns1:cubicBezTo>
                  <ns1:cubicBezTo>
                    <ns1:pt x="2359" y="2982"/>
                    <ns1:pt x="3006" y="2285"/>
                    <ns1:pt x="2916" y="1466"/>
                  </ns1:cubicBezTo>
                  <ns1:cubicBezTo>
                    <ns1:pt x="2842" y="844"/>
                    <ns1:pt x="2343" y="344"/>
                    <ns1:pt x="1720" y="270"/>
                  </ns1:cubicBezTo>
                  <ns1:cubicBezTo>
                    <ns1:pt x="1237" y="205"/>
                    <ns1:pt x="794" y="401"/>
                    <ns1:pt x="516" y="737"/>
                  </ns1:cubicBezTo>
                  <ns1:cubicBezTo>
                    <ns1:pt x="975" y="737"/>
                    <ns1:pt x="975" y="737"/>
                    <ns1:pt x="975" y="737"/>
                  </ns1:cubicBezTo>
                  <ns1:cubicBezTo>
                    <ns1:pt x="1032" y="737"/>
                    <ns1:pt x="1073" y="778"/>
                    <ns1:pt x="1073" y="835"/>
                  </ns1:cubicBezTo>
                  <ns1:cubicBezTo>
                    <ns1:pt x="1073" y="893"/>
                    <ns1:pt x="1032" y="934"/>
                    <ns1:pt x="975" y="934"/>
                  </ns1:cubicBezTo>
                  <ns1:cubicBezTo>
                    <ns1:pt x="319" y="934"/>
                    <ns1:pt x="319" y="934"/>
                    <ns1:pt x="319" y="934"/>
                  </ns1:cubicBezTo>
                  <ns1:cubicBezTo>
                    <ns1:pt x="246" y="934"/>
                    <ns1:pt x="196" y="852"/>
                    <ns1:pt x="237" y="786"/>
                  </ns1:cubicBezTo>
                  <ns1:cubicBezTo>
                    <ns1:pt x="541" y="303"/>
                    <ns1:pt x="1106" y="0"/>
                    <ns1:pt x="1737" y="65"/>
                  </ns1:cubicBezTo>
                  <ns1:cubicBezTo>
                    <ns1:pt x="2449" y="147"/>
                    <ns1:pt x="3031" y="721"/>
                    <ns1:pt x="3113" y="1433"/>
                  </ns1:cubicBezTo>
                  <ns1:close/>
                  <ns1:moveTo>
                    <ns1:pt x="1573" y="1122"/>
                  </ns1:moveTo>
                  <ns1:cubicBezTo>
                    <ns1:pt x="1622" y="1122"/>
                    <ns1:pt x="1663" y="1163"/>
                    <ns1:pt x="1663" y="1221"/>
                  </ns1:cubicBezTo>
                  <ns1:cubicBezTo>
                    <ns1:pt x="1663" y="1565"/>
                    <ns1:pt x="1663" y="1565"/>
                    <ns1:pt x="1663" y="1565"/>
                  </ns1:cubicBezTo>
                  <ns1:cubicBezTo>
                    <ns1:pt x="2089" y="1843"/>
                    <ns1:pt x="2089" y="1843"/>
                    <ns1:pt x="2089" y="1843"/>
                  </ns1:cubicBezTo>
                  <ns1:cubicBezTo>
                    <ns1:pt x="2113" y="1859"/>
                    <ns1:pt x="2122" y="1876"/>
                    <ns1:pt x="2130" y="1909"/>
                  </ns1:cubicBezTo>
                  <ns1:cubicBezTo>
                    <ns1:pt x="2138" y="1941"/>
                    <ns1:pt x="2130" y="1958"/>
                    <ns1:pt x="2122" y="1982"/>
                  </ns1:cubicBezTo>
                  <ns1:cubicBezTo>
                    <ns1:pt x="2105" y="2007"/>
                    <ns1:pt x="2089" y="2023"/>
                    <ns1:pt x="2064" y="2032"/>
                  </ns1:cubicBezTo>
                  <ns1:cubicBezTo>
                    <ns1:pt x="2040" y="2040"/>
                    <ns1:pt x="2015" y="2032"/>
                    <ns1:pt x="1991" y="2023"/>
                  </ns1:cubicBezTo>
                  <ns1:cubicBezTo>
                    <ns1:pt x="1540" y="1728"/>
                    <ns1:pt x="1540" y="1728"/>
                    <ns1:pt x="1540" y="1728"/>
                  </ns1:cubicBezTo>
                  <ns1:cubicBezTo>
                    <ns1:pt x="1507" y="1696"/>
                    <ns1:pt x="1483" y="1655"/>
                    <ns1:pt x="1483" y="1606"/>
                  </ns1:cubicBezTo>
                  <ns1:cubicBezTo>
                    <ns1:pt x="1483" y="1221"/>
                    <ns1:pt x="1483" y="1221"/>
                    <ns1:pt x="1483" y="1221"/>
                  </ns1:cubicBezTo>
                  <ns1:cubicBezTo>
                    <ns1:pt x="1483" y="1163"/>
                    <ns1:pt x="1524" y="1122"/>
                    <ns1:pt x="1573" y="1122"/>
                  </ns1:cubicBezTo>
                  <ns1:close/>
                  <ns1:moveTo>
                    <ns1:pt x="1573" y="1122"/>
                  </ns1:moveTo>
                  <ns1:cubicBezTo>
                    <ns1:pt x="1573" y="1122"/>
                    <ns1:pt x="1573" y="1122"/>
                    <ns1:pt x="1573" y="1122"/>
                  </ns1:cubicBezTo>
                </ns1:path>
              </ns1:pathLst>
            </ns1:custGeom>
            <ns1:solidFill>
              <ns1:schemeClr val="bg1"/>
            </ns1:solidFill>
            <ns1:ln w="19050">
              <ns1:solidFill>
                <ns1:schemeClr val="bg1"/>
              </ns1:solidFill>
              <ns1:round/>
            </ns1:ln>
            <ns1:effectLst/>
          </ns0:spPr>
          <ns0:txBody>
            <ns1:bodyPr vert="horz" wrap="square" lIns="72508" tIns="36255" rIns="72508" bIns="36255" numCol="1" anchor="t" anchorCtr="0" compatLnSpc="1"/>
            <ns1:lstStyle/>
            <ns1:p>
              <ns1:pPr marL="0" marR="0" lvl="0" indent="0" algn="l" defTabSz="966428" rtl="0" eaLnBrk="1" fontAlgn="base" latinLnBrk="0" hangingPunct="1">
                <ns1:lnSpc>
                  <ns1:spcPct val="100000"/>
                </ns1:lnSpc>
                <ns1:spcBef>
                  <ns1:spcPct val="0"/>
                </ns1:spcBef>
                <ns1:spcAft>
                  <ns1:spcPct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133" b="0" i="0" u="none" strike="noStrike" kern="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grpSp>
        <ns0:nvGrpSpPr>
          <ns0:cNvPr id="9" name="组合 8">
            <ns1:extLst>
              <ns1:ext uri="{FF2B5EF4-FFF2-40B4-BE49-F238E27FC236}">
                <ns2:creationId id="{122B38EA-FC19-41A8-94DB-93F2154F6641}"/>
              </ns1:ext>
            </ns1:extLst>
          </ns0:cNvPr>
          <ns0:cNvGrpSpPr/>
          <ns0:nvPr/>
        </ns0:nvGrpSpPr>
        <ns0:grpSpPr>
          <ns1:xfrm>
            <ns1:off x="6457398" y="3535945"/>
            <ns1:ext cx="4887715" cy="1131184"/>
            <ns1:chOff x="6488666" y="3346221"/>
            <ns1:chExt cx="4887715" cy="1131184"/>
          </ns1:xfrm>
        </ns0:grpSpPr>
        <ns0:grpSp>
          <ns0:nvGrpSpPr>
            <ns0:cNvPr id="363" name="组合 362">
              <ns1:extLst>
                <ns1:ext uri="{FF2B5EF4-FFF2-40B4-BE49-F238E27FC236}">
                  <ns2:creationId id="{76DCFDB7-0E42-4F86-AC05-D1F307F82774}"/>
                </ns1:ext>
              </ns1:extLst>
            </ns0:cNvPr>
            <ns0:cNvGrpSpPr/>
            <ns0:nvPr/>
          </ns0:nvGrpSpPr>
          <ns0:grpSpPr>
            <ns1:xfrm>
              <ns1:off x="7531702" y="3346221"/>
              <ns1:ext cx="2932213" cy="886982"/>
              <ns1:chOff x="7061228" y="3568004"/>
              <ns1:chExt cx="3206274" cy="969882"/>
            </ns1:xfrm>
          </ns0:grpSpPr>
          <ns0:sp>
            <ns0:nvSpPr>
              <ns0:cNvPr id="364" name="矩形 363">
                <ns1:extLst>
                  <ns1:ext uri="{FF2B5EF4-FFF2-40B4-BE49-F238E27FC236}">
                    <ns2:creationId id="{D1440DA6-9CF7-4E67-960E-805755A50B9C}"/>
                  </ns1:ext>
                </ns1:extLst>
              </ns0:cNvPr>
              <ns0:cNvSpPr/>
              <ns0:nvPr/>
            </ns0:nvSpPr>
            <ns0:spPr>
              <ns1:xfrm>
                <ns1:off x="7061228" y="3568004"/>
                <ns1:ext cx="3206274" cy="635364"/>
              </ns1:xfrm>
              <ns1:prstGeom prst="rect">
                <ns1:avLst/>
              </ns1:prstGeom>
            </ns0:spPr>
            <ns0:txBody>
              <ns1:bodyPr wrap="none">
                <ns1:spAutoFit/>
              </ns1:bodyPr>
              <ns1:lstStyle/>
              <ns1:p>
                <ns1:pPr marL="0" marR="0" lvl="0" indent="0" algn="ctr" defTabSz="914034" rtl="0" eaLnBrk="1" fontAlgn="auto" latinLnBrk="0" hangingPunct="1">
                  <ns1:lnSpc>
                    <ns1:spcPct val="15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r>
                  <ns1:rPr kumimoji="0" lang="en-US" altLang="zh-CN" sz="2400" b="1" i="0" u="none" strike="noStrike" kern="1200" cap="none" spc="0" normalizeH="0" baseline="0" noProof="0" dirty="0">
                    <ns1:ln>
                      <ns1:noFill/>
                    </ns1:ln>
                    <ns1:solidFill>
                      <ns1:srgbClr val="C00000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7</ns1:t>
                </ns1:r>
                <ns1:r>
                  <ns1:rPr kumimoji="0" lang="zh-CN" altLang="en-US" sz="2400" b="1" i="0" u="none" strike="noStrike" kern="1200" cap="none" spc="0" normalizeH="0" baseline="0" noProof="0" dirty="0">
                    <ns1:ln>
                      <ns1:noFill/>
                    </ns1:ln>
                    <ns1:solidFill>
                      <ns1:srgbClr val="C00000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*</ns1:t>
                </ns1:r>
                <ns1:r>
                  <ns1:rPr kumimoji="0" lang="en-US" altLang="zh-CN" sz="2400" b="1" i="0" u="none" strike="noStrike" kern="1200" cap="none" spc="0" normalizeH="0" baseline="0" noProof="0" dirty="0">
                    <ns1:ln>
                      <ns1:noFill/>
                    </ns1:ln>
                    <ns1:solidFill>
                      <ns1:srgbClr val="C00000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24</ns1:t>
                </ns1:r>
                <ns1:r>
                  <ns1:rPr kumimoji="0" lang="en-US" altLang="zh-CN" sz="2400" b="1" i="0" u="none" strike="noStrike" kern="0" cap="none" spc="0" normalizeH="0" baseline="0" noProof="0" dirty="0">
                    <ns1:ln>
                      <ns1:noFill/>
                    </ns1:ln>
                    <ns1:solidFill>
                      <ns1:srgbClr val="C00000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  </ns1:t>
                </ns1:r>
                <ns1:r>
                  <ns1:rPr kumimoji="0" lang="zh-CN" altLang="en-US" sz="2400" b="1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业务永不中断</ns1:t>
                </ns1:r>
              </ns1:p>
            </ns0:txBody>
          </ns0:sp>
          <ns0:sp>
            <ns0:nvSpPr>
              <ns0:cNvPr id="365" name="矩形 364">
                <ns1:extLst>
                  <ns1:ext uri="{FF2B5EF4-FFF2-40B4-BE49-F238E27FC236}">
                    <ns2:creationId id="{BAD14853-A2BC-4931-A1AC-7F9FD152533B}"/>
                  </ns1:ext>
                </ns1:extLst>
              </ns0:cNvPr>
              <ns0:cNvSpPr/>
              <ns0:nvPr/>
            </ns0:nvSpPr>
            <ns0:spPr>
              <ns1:xfrm>
                <ns1:off x="7230654" y="4302398"/>
                <ns1:ext cx="71" cy="235488"/>
              </ns1:xfrm>
              <ns1:prstGeom prst="rect">
                <ns1:avLst/>
              </ns1:prstGeom>
            </ns0:spPr>
            <ns0:txBody>
              <ns1:bodyPr wrap="none" lIns="0" tIns="0" rIns="0" bIns="0">
                <ns1:spAutoFit/>
              </ns1:bodyPr>
              <ns1:lstStyle/>
              <ns1:p>
                <ns1:pPr marL="0" marR="0" lvl="0" indent="0" algn="l" defTabSz="914034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en-US" altLang="zh-CN" sz="1399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</ns0:grpSp>
        <ns0:grpSp>
          <ns0:nvGrpSpPr>
            <ns0:cNvPr id="366" name="组合 365">
              <ns1:extLst>
                <ns1:ext uri="{FF2B5EF4-FFF2-40B4-BE49-F238E27FC236}">
                  <ns2:creationId id="{2EE6902E-CF58-4075-BD96-FD43C0FDF0BC}"/>
                </ns1:ext>
              </ns1:extLst>
            </ns0:cNvPr>
            <ns0:cNvGrpSpPr>
              <ns1:grpSpLocks noChangeAspect="1"/>
            </ns0:cNvGrpSpPr>
            <ns0:nvPr/>
          </ns0:nvGrpSpPr>
          <ns0:grpSpPr>
            <ns1:xfrm>
              <ns1:off x="6488666" y="3507941"/>
              <ns1:ext cx="761017" cy="720000"/>
              <ns1:chOff x="6300450" y="3469482"/>
              <ns1:chExt cx="922912" cy="873169"/>
            </ns1:xfrm>
          </ns0:grpSpPr>
          <ns0:sp>
            <ns0:nvSpPr>
              <ns0:cNvPr id="367" name="矩形: 圆角 366">
                <ns1:extLst>
                  <ns1:ext uri="{FF2B5EF4-FFF2-40B4-BE49-F238E27FC236}">
                    <ns2:creationId id="{B8BA0359-13B6-4B0E-AC97-76735164332A}"/>
                  </ns1:ext>
                </ns1:extLst>
              </ns0:cNvPr>
              <ns0:cNvSpPr/>
              <ns0:nvPr/>
            </ns0:nvSpPr>
            <ns0:spPr>
              <ns1:xfrm>
                <ns1:off x="6300450" y="3469482"/>
                <ns1:ext cx="922912" cy="873169"/>
              </ns1:xfrm>
              <ns1:prstGeom prst="roundRect">
                <ns1:avLst/>
              </ns1:prstGeom>
              <ns1:solidFill>
                <ns1:srgbClr val="0070C0"/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marL="0" marR="0" lvl="0" indent="0" algn="ctr" defTabSz="914478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1800" b="0" i="0" u="none" strike="noStrike" kern="1200" cap="none" spc="0" normalizeH="0" baseline="0" noProof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grpSp>
            <ns0:nvGrpSpPr>
              <ns0:cNvPr id="368" name="组合 367">
                <ns1:extLst>
                  <ns1:ext uri="{FF2B5EF4-FFF2-40B4-BE49-F238E27FC236}">
                    <ns2:creationId id="{6485E236-CA21-4FF2-A993-C5E8042499B5}"/>
                  </ns1:ext>
                </ns1:extLst>
              </ns0:cNvPr>
              <ns0:cNvGrpSpPr/>
              <ns0:nvPr/>
            </ns0:nvGrpSpPr>
            <ns0:grpSpPr>
              <ns1:xfrm>
                <ns1:off x="6428885" y="3588422"/>
                <ns1:ext cx="666042" cy="635289"/>
                <ns1:chOff x="1520593" y="2848933"/>
                <ns1:chExt cx="2747964" cy="2679700"/>
              </ns1:xfrm>
              <ns1:solidFill>
                <ns1:schemeClr val="bg1"/>
              </ns1:solidFill>
            </ns0:grpSpPr>
            <ns0:sp>
              <ns0:nvSpPr>
                <ns0:cNvPr id="369" name="Freeform 11">
                  <ns1:extLst>
                    <ns1:ext uri="{FF2B5EF4-FFF2-40B4-BE49-F238E27FC236}">
                      <ns2:creationId id="{12E9974C-5E33-4E5D-A39D-3264B62A6D55}"/>
                    </ns1:ext>
                  </ns1:extLst>
                </ns0:cNvPr>
                <ns0:cNvSpPr>
                  <ns1:spLocks noEditPoints="1"/>
                </ns0:cNvSpPr>
                <ns0:nvPr/>
              </ns0:nvSpPr>
              <ns0:spPr bwMode="auto">
                <ns1:xfrm>
                  <ns1:off x="1520593" y="2848933"/>
                  <ns1:ext cx="2681286" cy="2679700"/>
                </ns1:xfrm>
                <ns1:custGeom>
                  <ns1:avLst/>
                  <ns1:gdLst>
                    <ns1:gd name="T0" fmla="*/ 2730 w 2804"/>
                    <ns1:gd name="T1" fmla="*/ 1177 h 2804"/>
                    <ns1:gd name="T2" fmla="*/ 2655 w 2804"/>
                    <ns1:gd name="T3" fmla="*/ 1251 h 2804"/>
                    <ns1:gd name="T4" fmla="*/ 2655 w 2804"/>
                    <ns1:gd name="T5" fmla="*/ 2418 h 2804"/>
                    <ns1:gd name="T6" fmla="*/ 2418 w 2804"/>
                    <ns1:gd name="T7" fmla="*/ 2655 h 2804"/>
                    <ns1:gd name="T8" fmla="*/ 386 w 2804"/>
                    <ns1:gd name="T9" fmla="*/ 2655 h 2804"/>
                    <ns1:gd name="T10" fmla="*/ 149 w 2804"/>
                    <ns1:gd name="T11" fmla="*/ 2418 h 2804"/>
                    <ns1:gd name="T12" fmla="*/ 149 w 2804"/>
                    <ns1:gd name="T13" fmla="*/ 386 h 2804"/>
                    <ns1:gd name="T14" fmla="*/ 386 w 2804"/>
                    <ns1:gd name="T15" fmla="*/ 149 h 2804"/>
                    <ns1:gd name="T16" fmla="*/ 1676 w 2804"/>
                    <ns1:gd name="T17" fmla="*/ 149 h 2804"/>
                    <ns1:gd name="T18" fmla="*/ 1751 w 2804"/>
                    <ns1:gd name="T19" fmla="*/ 74 h 2804"/>
                    <ns1:gd name="T20" fmla="*/ 1676 w 2804"/>
                    <ns1:gd name="T21" fmla="*/ 0 h 2804"/>
                    <ns1:gd name="T22" fmla="*/ 386 w 2804"/>
                    <ns1:gd name="T23" fmla="*/ 0 h 2804"/>
                    <ns1:gd name="T24" fmla="*/ 0 w 2804"/>
                    <ns1:gd name="T25" fmla="*/ 386 h 2804"/>
                    <ns1:gd name="T26" fmla="*/ 0 w 2804"/>
                    <ns1:gd name="T27" fmla="*/ 2418 h 2804"/>
                    <ns1:gd name="T28" fmla="*/ 386 w 2804"/>
                    <ns1:gd name="T29" fmla="*/ 2804 h 2804"/>
                    <ns1:gd name="T30" fmla="*/ 2418 w 2804"/>
                    <ns1:gd name="T31" fmla="*/ 2804 h 2804"/>
                    <ns1:gd name="T32" fmla="*/ 2804 w 2804"/>
                    <ns1:gd name="T33" fmla="*/ 2418 h 2804"/>
                    <ns1:gd name="T34" fmla="*/ 2804 w 2804"/>
                    <ns1:gd name="T35" fmla="*/ 1251 h 2804"/>
                    <ns1:gd name="T36" fmla="*/ 2730 w 2804"/>
                    <ns1:gd name="T37" fmla="*/ 1177 h 2804"/>
                    <ns1:gd name="T38" fmla="*/ 2730 w 2804"/>
                    <ns1:gd name="T39" fmla="*/ 1177 h 2804"/>
                    <ns1:gd name="T40" fmla="*/ 2730 w 2804"/>
                    <ns1:gd name="T41" fmla="*/ 1177 h 28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04" h="2804">
                      <ns1:moveTo>
                        <ns1:pt x="2730" y="1177"/>
                      </ns1:moveTo>
                      <ns1:cubicBezTo>
                        <ns1:pt x="2689" y="1177"/>
                        <ns1:pt x="2655" y="1210"/>
                        <ns1:pt x="2655" y="1251"/>
                      </ns1:cubicBezTo>
                      <ns1:cubicBezTo>
                        <ns1:pt x="2655" y="2418"/>
                        <ns1:pt x="2655" y="2418"/>
                        <ns1:pt x="2655" y="2418"/>
                      </ns1:cubicBezTo>
                      <ns1:cubicBezTo>
                        <ns1:pt x="2655" y="2549"/>
                        <ns1:pt x="2549" y="2655"/>
                        <ns1:pt x="2418" y="2655"/>
                      </ns1:cubicBezTo>
                      <ns1:cubicBezTo>
                        <ns1:pt x="386" y="2655"/>
                        <ns1:pt x="386" y="2655"/>
                        <ns1:pt x="386" y="2655"/>
                      </ns1:cubicBezTo>
                      <ns1:cubicBezTo>
                        <ns1:pt x="255" y="2655"/>
                        <ns1:pt x="149" y="2549"/>
                        <ns1:pt x="149" y="2418"/>
                      </ns1:cubicBezTo>
                      <ns1:cubicBezTo>
                        <ns1:pt x="149" y="386"/>
                        <ns1:pt x="149" y="386"/>
                        <ns1:pt x="149" y="386"/>
                      </ns1:cubicBezTo>
                      <ns1:cubicBezTo>
                        <ns1:pt x="149" y="255"/>
                        <ns1:pt x="255" y="149"/>
                        <ns1:pt x="386" y="149"/>
                      </ns1:cubicBezTo>
                      <ns1:cubicBezTo>
                        <ns1:pt x="1676" y="149"/>
                        <ns1:pt x="1676" y="149"/>
                        <ns1:pt x="1676" y="149"/>
                      </ns1:cubicBezTo>
                      <ns1:cubicBezTo>
                        <ns1:pt x="1717" y="149"/>
                        <ns1:pt x="1751" y="115"/>
                        <ns1:pt x="1751" y="74"/>
                      </ns1:cubicBezTo>
                      <ns1:cubicBezTo>
                        <ns1:pt x="1751" y="33"/>
                        <ns1:pt x="1717" y="0"/>
                        <ns1:pt x="1676" y="0"/>
                      </ns1:cubicBezTo>
                      <ns1:cubicBezTo>
                        <ns1:pt x="386" y="0"/>
                        <ns1:pt x="386" y="0"/>
                        <ns1:pt x="386" y="0"/>
                      </ns1:cubicBezTo>
                      <ns1:cubicBezTo>
                        <ns1:pt x="173" y="0"/>
                        <ns1:pt x="0" y="173"/>
                        <ns1:pt x="0" y="386"/>
                      </ns1:cubicBezTo>
                      <ns1:cubicBezTo>
                        <ns1:pt x="0" y="2418"/>
                        <ns1:pt x="0" y="2418"/>
                        <ns1:pt x="0" y="2418"/>
                      </ns1:cubicBezTo>
                      <ns1:cubicBezTo>
                        <ns1:pt x="0" y="2631"/>
                        <ns1:pt x="173" y="2804"/>
                        <ns1:pt x="386" y="2804"/>
                      </ns1:cubicBezTo>
                      <ns1:cubicBezTo>
                        <ns1:pt x="2418" y="2804"/>
                        <ns1:pt x="2418" y="2804"/>
                        <ns1:pt x="2418" y="2804"/>
                      </ns1:cubicBezTo>
                      <ns1:cubicBezTo>
                        <ns1:pt x="2631" y="2804"/>
                        <ns1:pt x="2804" y="2631"/>
                        <ns1:pt x="2804" y="2418"/>
                      </ns1:cubicBezTo>
                      <ns1:cubicBezTo>
                        <ns1:pt x="2804" y="1251"/>
                        <ns1:pt x="2804" y="1251"/>
                        <ns1:pt x="2804" y="1251"/>
                      </ns1:cubicBezTo>
                      <ns1:cubicBezTo>
                        <ns1:pt x="2804" y="1210"/>
                        <ns1:pt x="2771" y="1177"/>
                        <ns1:pt x="2730" y="1177"/>
                      </ns1:cubicBezTo>
                      <ns1:close/>
                      <ns1:moveTo>
                        <ns1:pt x="2730" y="1177"/>
                      </ns1:moveTo>
                      <ns1:cubicBezTo>
                        <ns1:pt x="2730" y="1177"/>
                        <ns1:pt x="2730" y="1177"/>
                        <ns1:pt x="2730" y="1177"/>
                      </ns1:cubicBezTo>
                    </ns1:path>
                  </ns1:pathLst>
                </ns1:custGeom>
                <ns1:grpFill/>
                <ns1:ln w="19050">
                  <ns1:solidFill>
                    <ns1:schemeClr val="bg1"/>
                  </ns1:solidFill>
                  <ns1:round/>
                </ns1:ln>
                <ns1:effectLst/>
              </ns0:spPr>
              <ns0:txBody>
                <ns1:bodyPr vert="horz" wrap="square" lIns="72508" tIns="36255" rIns="72508" bIns="36255" numCol="1" anchor="t" anchorCtr="0" compatLnSpc="1"/>
                <ns1:lstStyle/>
                <ns1:p>
                  <ns1:pPr marL="0" marR="0" lvl="0" indent="0" algn="l" defTabSz="966428" rtl="0" eaLnBrk="1" fontAlgn="base" latinLnBrk="0" hangingPunct="1">
                    <ns1:lnSpc>
                      <ns1:spcPct val="100000"/>
                    </ns1:lnSpc>
                    <ns1:spcBef>
                      <ns1:spcPct val="0"/>
                    </ns1:spcBef>
                    <ns1:spcAft>
                      <ns1:spcPct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133" b="0" i="0" u="none" strike="noStrike" kern="0" cap="none" spc="0" normalizeH="0" baseline="0" noProof="0">
                    <ns1:ln>
                      <ns1:noFill/>
                    </ns1:ln>
                    <ns1:solidFill>
                      <ns1:prstClr val="black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70" name="Freeform 12">
                  <ns1:extLst>
                    <ns1:ext uri="{FF2B5EF4-FFF2-40B4-BE49-F238E27FC236}">
                      <ns2:creationId id="{38922560-1DD9-4781-BEBB-664135EE5A63}"/>
                    </ns1:ext>
                  </ns1:extLst>
                </ns0:cNvPr>
                <ns0:cNvSpPr>
                  <ns1:spLocks noEditPoints="1"/>
                </ns0:cNvSpPr>
                <ns0:nvPr/>
              </ns0:nvSpPr>
              <ns0:spPr bwMode="auto">
                <ns1:xfrm>
                  <ns1:off x="2088917" y="3123572"/>
                  <ns1:ext cx="2179640" cy="1600202"/>
                </ns1:xfrm>
                <ns1:custGeom>
                  <ns1:avLst/>
                  <ns1:gdLst>
                    <ns1:gd name="T0" fmla="*/ 2251 w 2280"/>
                    <ns1:gd name="T1" fmla="*/ 29 h 1674"/>
                    <ns1:gd name="T2" fmla="*/ 2146 w 2280"/>
                    <ns1:gd name="T3" fmla="*/ 29 h 1674"/>
                    <ns1:gd name="T4" fmla="*/ 716 w 2280"/>
                    <ns1:gd name="T5" fmla="*/ 1452 h 1674"/>
                    <ns1:gd name="T6" fmla="*/ 142 w 2280"/>
                    <ns1:gd name="T7" fmla="*/ 745 h 1674"/>
                    <ns1:gd name="T8" fmla="*/ 37 w 2280"/>
                    <ns1:gd name="T9" fmla="*/ 734 h 1674"/>
                    <ns1:gd name="T10" fmla="*/ 26 w 2280"/>
                    <ns1:gd name="T11" fmla="*/ 839 h 1674"/>
                    <ns1:gd name="T12" fmla="*/ 704 w 2280"/>
                    <ns1:gd name="T13" fmla="*/ 1674 h 1674"/>
                    <ns1:gd name="T14" fmla="*/ 2251 w 2280"/>
                    <ns1:gd name="T15" fmla="*/ 135 h 1674"/>
                    <ns1:gd name="T16" fmla="*/ 2251 w 2280"/>
                    <ns1:gd name="T17" fmla="*/ 29 h 1674"/>
                    <ns1:gd name="T18" fmla="*/ 2251 w 2280"/>
                    <ns1:gd name="T19" fmla="*/ 29 h 1674"/>
                    <ns1:gd name="T20" fmla="*/ 2251 w 2280"/>
                    <ns1:gd name="T21" fmla="*/ 29 h 167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2280" h="1674">
                      <ns1:moveTo>
                        <ns1:pt x="2251" y="29"/>
                      </ns1:moveTo>
                      <ns1:cubicBezTo>
                        <ns1:pt x="2222" y="0"/>
                        <ns1:pt x="2175" y="0"/>
                        <ns1:pt x="2146" y="29"/>
                      </ns1:cubicBezTo>
                      <ns1:cubicBezTo>
                        <ns1:pt x="716" y="1452"/>
                        <ns1:pt x="716" y="1452"/>
                        <ns1:pt x="716" y="1452"/>
                      </ns1:cubicBezTo>
                      <ns1:cubicBezTo>
                        <ns1:pt x="142" y="745"/>
                        <ns1:pt x="142" y="745"/>
                        <ns1:pt x="142" y="745"/>
                      </ns1:cubicBezTo>
                      <ns1:cubicBezTo>
                        <ns1:pt x="116" y="713"/>
                        <ns1:pt x="69" y="708"/>
                        <ns1:pt x="37" y="734"/>
                      </ns1:cubicBezTo>
                      <ns1:cubicBezTo>
                        <ns1:pt x="5" y="760"/>
                        <ns1:pt x="0" y="807"/>
                        <ns1:pt x="26" y="839"/>
                      </ns1:cubicBezTo>
                      <ns1:cubicBezTo>
                        <ns1:pt x="704" y="1674"/>
                        <ns1:pt x="704" y="1674"/>
                        <ns1:pt x="704" y="1674"/>
                      </ns1:cubicBezTo>
                      <ns1:cubicBezTo>
                        <ns1:pt x="2251" y="135"/>
                        <ns1:pt x="2251" y="135"/>
                        <ns1:pt x="2251" y="135"/>
                      </ns1:cubicBezTo>
                      <ns1:cubicBezTo>
                        <ns1:pt x="2280" y="106"/>
                        <ns1:pt x="2280" y="59"/>
                        <ns1:pt x="2251" y="29"/>
                      </ns1:cubicBezTo>
                      <ns1:close/>
                      <ns1:moveTo>
                        <ns1:pt x="2251" y="29"/>
                      </ns1:moveTo>
                      <ns1:cubicBezTo>
                        <ns1:pt x="2251" y="29"/>
                        <ns1:pt x="2251" y="29"/>
                        <ns1:pt x="2251" y="29"/>
                      </ns1:cubicBezTo>
                    </ns1:path>
                  </ns1:pathLst>
                </ns1:custGeom>
                <ns1:grpFill/>
                <ns1:ln w="19050">
                  <ns1:solidFill>
                    <ns1:schemeClr val="bg1"/>
                  </ns1:solidFill>
                  <ns1:round/>
                </ns1:ln>
                <ns1:effectLst/>
              </ns0:spPr>
              <ns0:txBody>
                <ns1:bodyPr vert="horz" wrap="square" lIns="72508" tIns="36255" rIns="72508" bIns="36255" numCol="1" anchor="t" anchorCtr="0" compatLnSpc="1"/>
                <ns1:lstStyle/>
                <ns1:p>
                  <ns1:pPr marL="0" marR="0" lvl="0" indent="0" algn="l" defTabSz="966428" rtl="0" eaLnBrk="1" fontAlgn="base" latinLnBrk="0" hangingPunct="1">
                    <ns1:lnSpc>
                      <ns1:spcPct val="100000"/>
                    </ns1:lnSpc>
                    <ns1:spcBef>
                      <ns1:spcPct val="0"/>
                    </ns1:spcBef>
                    <ns1:spcAft>
                      <ns1:spcPct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133" b="0" i="0" u="none" strike="noStrike" kern="0" cap="none" spc="0" normalizeH="0" baseline="0" noProof="0">
                    <ns1:ln>
                      <ns1:noFill/>
                    </ns1:ln>
                    <ns1:solidFill>
                      <ns1:prstClr val="black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</ns0:grpSp>
        </ns0:grpSp>
        <ns0:sp>
          <ns0:nvSpPr>
            <ns0:cNvPr id="385" name="矩形 384">
              <ns1:extLst>
                <ns1:ext uri="{FF2B5EF4-FFF2-40B4-BE49-F238E27FC236}">
                  <ns2:creationId id="{56571483-9753-486D-9EA1-6D9DD9427A06}"/>
                </ns1:ext>
              </ns1:extLst>
            </ns0:cNvPr>
            <ns0:cNvSpPr/>
            <ns0:nvPr/>
          </ns0:nvSpPr>
          <ns0:spPr>
            <ns1:xfrm>
              <ns1:off x="7647999" y="3869482"/>
              <ns1:ext cx="3728382" cy="607923"/>
            </ns1:xfrm>
            <ns1:prstGeom prst="rect">
              <ns1:avLst/>
            </ns1:prstGeom>
          </ns0:spPr>
          <ns0:txBody>
            <ns1:bodyPr wrap="square" lIns="0" tIns="0" rIns="0" bIns="0">
              <ns1:spAutoFit/>
            </ns1:bodyPr>
            <ns1:lstStyle/>
            <ns1:p>
              <ns1:pPr marL="0" marR="0" lvl="0" indent="0" algn="l" defTabSz="914400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存储侧两地三中心数据保护</ns1:t>
              </ns1:r>
              <ns1:r>
                <ns1: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+</ns1:t>
              </ns1: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基于应用层</ns1:t>
              </ns1:r>
              <ns1:endPara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  <ns1:p>
              <ns1:pPr marL="0" marR="0" lvl="0" indent="0" algn="l" defTabSz="914400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可靠性双保险</ns1:t>
              </ns1:r>
              <ns1:endPara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grpSp>
        <ns0:nvGrpSpPr>
          <ns0:cNvPr id="3" name="组合 2">
            <ns1:extLst>
              <ns1:ext uri="{FF2B5EF4-FFF2-40B4-BE49-F238E27FC236}">
                <ns2:creationId id="{0A18240A-AFB2-4227-94D6-5EE617B62474}"/>
              </ns1:ext>
            </ns1:extLst>
          </ns0:cNvPr>
          <ns0:cNvGrpSpPr/>
          <ns0:nvPr/>
        </ns0:nvGrpSpPr>
        <ns0:grpSpPr>
          <ns1:xfrm>
            <ns1:off x="210281" y="1604337"/>
            <ns1:ext cx="5763737" cy="4533373"/>
            <ns1:chOff x="862180" y="1842059"/>
            <ns1:chExt cx="5763737" cy="4533373"/>
          </ns1:xfrm>
        </ns0:grpSpPr>
        <ns0:pic>
          <ns0:nvPicPr>
            <ns0:cNvPr id="237" name="Picture 19" descr="\\Bchief-sever180\共享\华为\2016\6月\D-201606417-金融营销材料设计-刘泉\文件\link\组 26.png">
              <ns1:extLst>
                <ns1:ext uri="{FF2B5EF4-FFF2-40B4-BE49-F238E27FC236}">
                  <ns2:creationId id="{47CC8CB6-A9E2-4FC8-9CC1-A7BB8A69437E}"/>
                </ns1:ext>
              </ns1:extLst>
            </ns0:cNvPr>
            <ns0:cNvPicPr>
              <ns1:picLocks noChangeAspect="1" noChangeArrowheads="1"/>
            </ns0:cNvPicPr>
            <ns0:nvPr/>
          </ns0:nvPicPr>
          <ns0:blipFill>
            <ns1:blip ns3:embed="rId3" cstate="print"/>
            <ns1:srcRect/>
            <ns1:stretch>
              <ns1:fillRect/>
            </ns1:stretch>
          </ns0:blipFill>
          <ns0:spPr bwMode="auto">
            <ns1:xfrm>
              <ns1:off x="1040192" y="3598384"/>
              <ns1:ext cx="5265230" cy="937746"/>
            </ns1:xfrm>
            <ns1:prstGeom prst="rect">
              <ns1:avLst/>
            </ns1:prstGeom>
            <ns1:noFill/>
          </ns0:spPr>
        </ns0:pic>
        <ns0:sp>
          <ns0:nvSpPr>
            <ns0:cNvPr id="238" name="矩形 237">
              <ns1:extLst>
                <ns1:ext uri="{FF2B5EF4-FFF2-40B4-BE49-F238E27FC236}">
                  <ns2:creationId id="{F1AE40DB-240F-4079-8108-56CE7F2192AB}"/>
                </ns1:ext>
              </ns1:extLst>
            </ns0:cNvPr>
            <ns0:cNvSpPr/>
            <ns0:nvPr/>
          </ns0:nvSpPr>
          <ns0:spPr>
            <ns1:xfrm>
              <ns1:off x="1294970" y="3085240"/>
              <ns1:ext cx="4878250" cy="701910"/>
            </ns1:xfrm>
            <ns1:prstGeom prst="rect">
              <ns1:avLst/>
            </ns1:prstGeom>
            <ns1:gradFill flip="none" rotWithShape="1">
              <ns1:gsLst>
                <ns1:gs pos="0">
                  <ns1:srgbClr val="0070C0"/>
                </ns1:gs>
                <ns1:gs pos="46000">
                  <ns1:srgbClr val="0070C0"/>
                </ns1:gs>
                <ns1:gs pos="83000">
                  <ns1:srgbClr val="0070C0"/>
                </ns1:gs>
                <ns1:gs pos="100000">
                  <ns1:srgbClr val="0070C0"/>
                </ns1:gs>
              </ns1:gsLst>
              <ns1:lin ang="8100000" scaled="1"/>
              <ns1:tileRect/>
            </ns1:gradFill>
            <ns1:ln>
              <ns1:noFill/>
            </ns1:ln>
            <ns1:effectLst>
              <ns1:softEdge rad="63500"/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78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1800" b="0" i="0" u="none" strike="noStrike" kern="1200" cap="none" spc="0" normalizeH="0" baseline="0" noProof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grpSp>
          <ns0:nvGrpSpPr>
            <ns0:cNvPr id="241" name="组合 112">
              <ns1:extLst>
                <ns1:ext uri="{FF2B5EF4-FFF2-40B4-BE49-F238E27FC236}">
                  <ns2:creationId id="{5EE7E388-9467-4C8A-BAB0-2A49BC2A91D1}"/>
                </ns1:ext>
              </ns1:extLst>
            </ns0:cNvPr>
            <ns0:cNvGrpSpPr/>
            <ns0:nvPr/>
          </ns0:nvGrpSpPr>
          <ns0:grpSpPr>
            <ns1:xfrm>
              <ns1:off x="974856" y="4965384"/>
              <ns1:ext cx="1727763" cy="355509"/>
              <ns1:chOff x="1057027" y="4747826"/>
              <ns1:chExt cx="5075277" cy="1001466"/>
            </ns1:xfrm>
          </ns0:grpSpPr>
          <ns0:pic>
            <ns0:nvPicPr>
              <ns0:cNvPr id="242" name="图片 334">
                <ns1:extLst>
                  <ns1:ext uri="{FF2B5EF4-FFF2-40B4-BE49-F238E27FC236}">
                    <ns2:creationId id="{71B1A7C5-0A13-4850-8DDD-EDCFE8E0E74B}"/>
                  </ns1:ext>
                </ns1:extLst>
              </ns0:cNvPr>
              <ns0:cNvPicPr>
                <ns1:picLocks noChangeAspect="1"/>
              </ns0:cNvPicPr>
              <ns0:nvPr/>
            </ns0:nvPicPr>
            <ns0:blipFill>
              <ns1:blip ns3:embed="rId4" cstate="print">
                <ns1:extLst>
                  <ns1:ext uri="{28A0092B-C50C-407E-A947-70E740481C1C}">
                    <ns4:useLocalDpi val="0"/>
                  </ns1:ext>
                </ns1:extLst>
              </ns1:blip>
              <ns1:stretch>
                <ns1:fillRect/>
              </ns1:stretch>
            </ns0:blipFill>
            <ns0:spPr>
              <ns1:xfrm>
                <ns1:off x="1057027" y="4747826"/>
                <ns1:ext cx="5075277" cy="1001466"/>
              </ns1:xfrm>
              <ns1:prstGeom prst="rect">
                <ns1:avLst/>
              </ns1:prstGeom>
            </ns0:spPr>
          </ns0:pic>
          <ns0:grpSp>
            <ns0:nvGrpSpPr>
              <ns0:cNvPr id="243" name="组合 194">
                <ns1:extLst>
                  <ns1:ext uri="{FF2B5EF4-FFF2-40B4-BE49-F238E27FC236}">
                    <ns2:creationId id="{3467935C-5324-4A95-85F1-72ED15A3F2C8}"/>
                  </ns1:ext>
                </ns1:extLst>
              </ns0:cNvPr>
              <ns0:cNvGrpSpPr/>
              <ns0:nvPr/>
            </ns0:nvGrpSpPr>
            <ns0:grpSpPr>
              <ns1:xfrm>
                <ns1:off x="2352811" y="5040974"/>
                <ns1:ext cx="2386836" cy="333035"/>
                <ns1:chOff x="-3260725" y="3905250"/>
                <ns1:chExt cx="2325688" cy="2336800"/>
              </ns1:xfrm>
            </ns0:grpSpPr>
            <ns0:sp>
              <ns0:nvSpPr>
                <ns0:cNvPr id="244" name="Freeform 63">
                  <ns1:extLst>
                    <ns1:ext uri="{FF2B5EF4-FFF2-40B4-BE49-F238E27FC236}">
                      <ns2:creationId id="{3E759E6E-723E-4204-9FF9-3CB5CB5B46D6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60725" y="3905250"/>
                  <ns1:ext cx="2325688" cy="2336800"/>
                </ns1:xfrm>
                <ns1:custGeom>
                  <ns1:avLst/>
                  <ns1:gdLst>
                    <ns1:gd name="T0" fmla="*/ 22 w 1465"/>
                    <ns1:gd name="T1" fmla="*/ 837 h 1472"/>
                    <ns1:gd name="T2" fmla="*/ 15 w 1465"/>
                    <ns1:gd name="T3" fmla="*/ 846 h 1472"/>
                    <ns1:gd name="T4" fmla="*/ 26 w 1465"/>
                    <ns1:gd name="T5" fmla="*/ 855 h 1472"/>
                    <ns1:gd name="T6" fmla="*/ 71 w 1465"/>
                    <ns1:gd name="T7" fmla="*/ 1061 h 1472"/>
                    <ns1:gd name="T8" fmla="*/ 64 w 1465"/>
                    <ns1:gd name="T9" fmla="*/ 1073 h 1472"/>
                    <ns1:gd name="T10" fmla="*/ 69 w 1465"/>
                    <ns1:gd name="T11" fmla="*/ 1082 h 1472"/>
                    <ns1:gd name="T12" fmla="*/ 78 w 1465"/>
                    <ns1:gd name="T13" fmla="*/ 1082 h 1472"/>
                    <ns1:gd name="T14" fmla="*/ 355 w 1465"/>
                    <ns1:gd name="T15" fmla="*/ 1406 h 1472"/>
                    <ns1:gd name="T16" fmla="*/ 362 w 1465"/>
                    <ns1:gd name="T17" fmla="*/ 1415 h 1472"/>
                    <ns1:gd name="T18" fmla="*/ 371 w 1465"/>
                    <ns1:gd name="T19" fmla="*/ 1415 h 1472"/>
                    <ns1:gd name="T20" fmla="*/ 593 w 1465"/>
                    <ns1:gd name="T21" fmla="*/ 1434 h 1472"/>
                    <ns1:gd name="T22" fmla="*/ 605 w 1465"/>
                    <ns1:gd name="T23" fmla="*/ 1453 h 1472"/>
                    <ns1:gd name="T24" fmla="*/ 624 w 1465"/>
                    <ns1:gd name="T25" fmla="*/ 1448 h 1472"/>
                    <ns1:gd name="T26" fmla="*/ 827 w 1465"/>
                    <ns1:gd name="T27" fmla="*/ 1463 h 1472"/>
                    <ns1:gd name="T28" fmla="*/ 837 w 1465"/>
                    <ns1:gd name="T29" fmla="*/ 1472 h 1472"/>
                    <ns1:gd name="T30" fmla="*/ 846 w 1465"/>
                    <ns1:gd name="T31" fmla="*/ 1467 h 1472"/>
                    <ns1:gd name="T32" fmla="*/ 1250 w 1465"/>
                    <ns1:gd name="T33" fmla="*/ 1264 h 1472"/>
                    <ns1:gd name="T34" fmla="*/ 1252 w 1465"/>
                    <ns1:gd name="T35" fmla="*/ 1264 h 1472"/>
                    <ns1:gd name="T36" fmla="*/ 1252 w 1465"/>
                    <ns1:gd name="T37" fmla="*/ 1264 h 1472"/>
                    <ns1:gd name="T38" fmla="*/ 1349 w 1465"/>
                    <ns1:gd name="T39" fmla="*/ 1101 h 1472"/>
                    <ns1:gd name="T40" fmla="*/ 1368 w 1465"/>
                    <ns1:gd name="T41" fmla="*/ 1094 h 1472"/>
                    <ns1:gd name="T42" fmla="*/ 1385 w 1465"/>
                    <ns1:gd name="T43" fmla="*/ 1073 h 1472"/>
                    <ns1:gd name="T44" fmla="*/ 1380 w 1465"/>
                    <ns1:gd name="T45" fmla="*/ 1049 h 1472"/>
                    <ns1:gd name="T46" fmla="*/ 1451 w 1465"/>
                    <ns1:gd name="T47" fmla="*/ 867 h 1472"/>
                    <ns1:gd name="T48" fmla="*/ 1463 w 1465"/>
                    <ns1:gd name="T49" fmla="*/ 865 h 1472"/>
                    <ns1:gd name="T50" fmla="*/ 1463 w 1465"/>
                    <ns1:gd name="T51" fmla="*/ 853 h 1472"/>
                    <ns1:gd name="T52" fmla="*/ 1455 w 1465"/>
                    <ns1:gd name="T53" fmla="*/ 848 h 1472"/>
                    <ns1:gd name="T54" fmla="*/ 1401 w 1465"/>
                    <ns1:gd name="T55" fmla="*/ 433 h 1472"/>
                    <ns1:gd name="T56" fmla="*/ 1399 w 1465"/>
                    <ns1:gd name="T57" fmla="*/ 419 h 1472"/>
                    <ns1:gd name="T58" fmla="*/ 1387 w 1465"/>
                    <ns1:gd name="T59" fmla="*/ 416 h 1472"/>
                    <ns1:gd name="T60" fmla="*/ 1248 w 1465"/>
                    <ns1:gd name="T61" fmla="*/ 244 h 1472"/>
                    <ns1:gd name="T62" fmla="*/ 1233 w 1465"/>
                    <ns1:gd name="T63" fmla="*/ 225 h 1472"/>
                    <ns1:gd name="T64" fmla="*/ 1215 w 1465"/>
                    <ns1:gd name="T65" fmla="*/ 227 h 1472"/>
                    <ns1:gd name="T66" fmla="*/ 1080 w 1465"/>
                    <ns1:gd name="T67" fmla="*/ 83 h 1472"/>
                    <ns1:gd name="T68" fmla="*/ 1068 w 1465"/>
                    <ns1:gd name="T69" fmla="*/ 74 h 1472"/>
                    <ns1:gd name="T70" fmla="*/ 636 w 1465"/>
                    <ns1:gd name="T71" fmla="*/ 10 h 1472"/>
                    <ns1:gd name="T72" fmla="*/ 629 w 1465"/>
                    <ns1:gd name="T73" fmla="*/ 0 h 1472"/>
                    <ns1:gd name="T74" fmla="*/ 617 w 1465"/>
                    <ns1:gd name="T75" fmla="*/ 3 h 1472"/>
                    <ns1:gd name="T76" fmla="*/ 423 w 1465"/>
                    <ns1:gd name="T77" fmla="*/ 95 h 1472"/>
                    <ns1:gd name="T78" fmla="*/ 407 w 1465"/>
                    <ns1:gd name="T79" fmla="*/ 83 h 1472"/>
                    <ns1:gd name="T80" fmla="*/ 390 w 1465"/>
                    <ns1:gd name="T81" fmla="*/ 95 h 1472"/>
                    <ns1:gd name="T82" fmla="*/ 393 w 1465"/>
                    <ns1:gd name="T83" fmla="*/ 109 h 1472"/>
                    <ns1:gd name="T84" fmla="*/ 211 w 1465"/>
                    <ns1:gd name="T85" fmla="*/ 211 h 1472"/>
                    <ns1:gd name="T86" fmla="*/ 201 w 1465"/>
                    <ns1:gd name="T87" fmla="*/ 218 h 1472"/>
                    <ns1:gd name="T88" fmla="*/ 206 w 1465"/>
                    <ns1:gd name="T89" fmla="*/ 230 h 1472"/>
                    <ns1:gd name="T90" fmla="*/ 114 w 1465"/>
                    <ns1:gd name="T91" fmla="*/ 409 h 1472"/>
                    <ns1:gd name="T92" fmla="*/ 93 w 1465"/>
                    <ns1:gd name="T93" fmla="*/ 430 h 1472"/>
                    <ns1:gd name="T94" fmla="*/ 102 w 1465"/>
                    <ns1:gd name="T95" fmla="*/ 447 h 1472"/>
                    <ns1:gd name="T96" fmla="*/ 12 w 1465"/>
                    <ns1:gd name="T97" fmla="*/ 603 h 1472"/>
                    <ns1:gd name="T98" fmla="*/ 0 w 1465"/>
                    <ns1:gd name="T99" fmla="*/ 612 h 1472"/>
                    <ns1:gd name="T100" fmla="*/ 7 w 1465"/>
                    <ns1:gd name="T101" fmla="*/ 622 h 1472"/>
                    <ns1:gd name="T102" fmla="*/ 10 w 1465"/>
                    <ns1:gd name="T103" fmla="*/ 622 h 14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1465" h="1472">
                      <ns1:moveTo>
                        <ns1:pt x="10" y="622"/>
                      </ns1:move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17" y="839"/>
                      </ns1:lnTo>
                      <ns1:lnTo>
                        <ns1:pt x="15" y="844"/>
                      </ns1:lnTo>
                      <ns1:lnTo>
                        <ns1:pt x="15" y="846"/>
                      </ns1:lnTo>
                      <ns1:lnTo>
                        <ns1:pt x="15" y="846"/>
                      </ns1:lnTo>
                      <ns1:lnTo>
                        <ns1:pt x="15" y="848"/>
                      </ns1:lnTo>
                      <ns1:lnTo>
                        <ns1:pt x="19" y="853"/>
                      </ns1:lnTo>
                      <ns1:lnTo>
                        <ns1:pt x="22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71" y="1061"/>
                      </ns1:lnTo>
                      <ns1:lnTo>
                        <ns1:pt x="71" y="1061"/>
                      </ns1:lnTo>
                      <ns1:lnTo>
                        <ns1:pt x="67" y="1063"/>
                      </ns1:lnTo>
                      <ns1:lnTo>
                        <ns1:pt x="64" y="1066"/>
                      </ns1:lnTo>
                      <ns1:lnTo>
                        <ns1:pt x="64" y="1068"/>
                      </ns1:lnTo>
                      <ns1:lnTo>
                        <ns1:pt x="64" y="1073"/>
                      </ns1:lnTo>
                      <ns1:lnTo>
                        <ns1:pt x="64" y="1073"/>
                      </ns1:lnTo>
                      <ns1:lnTo>
                        <ns1:pt x="64" y="1078"/>
                      </ns1:lnTo>
                      <ns1:lnTo>
                        <ns1:pt x="64" y="1080"/>
                      </ns1:lnTo>
                      <ns1:lnTo>
                        <ns1:pt x="69" y="1082"/>
                      </ns1:lnTo>
                      <ns1:lnTo>
                        <ns1:pt x="74" y="1082"/>
                      </ns1:lnTo>
                      <ns1:lnTo>
                        <ns1:pt x="74" y="1082"/>
                      </ns1:lnTo>
                      <ns1:lnTo>
                        <ns1:pt x="78" y="1082"/>
                      </ns1:lnTo>
                      <ns1:lnTo>
                        <ns1:pt x="78" y="1082"/>
                      </ns1:lnTo>
                      <ns1:lnTo>
                        <ns1:pt x="357" y="1399"/>
                      </ns1:lnTo>
                      <ns1:lnTo>
                        <ns1:pt x="357" y="1399"/>
                      </ns1:lnTo>
                      <ns1:lnTo>
                        <ns1:pt x="355" y="1404"/>
                      </ns1:lnTo>
                      <ns1:lnTo>
                        <ns1:pt x="355" y="1406"/>
                      </ns1:lnTo>
                      <ns1:lnTo>
                        <ns1:pt x="355" y="1406"/>
                      </ns1:lnTo>
                      <ns1:lnTo>
                        <ns1:pt x="357" y="1411"/>
                      </ns1:lnTo>
                      <ns1:lnTo>
                        <ns1:pt x="357" y="1413"/>
                      </ns1:lnTo>
                      <ns1:lnTo>
                        <ns1:pt x="362" y="1415"/>
                      </ns1:lnTo>
                      <ns1:lnTo>
                        <ns1:pt x="364" y="1418"/>
                      </ns1:lnTo>
                      <ns1:lnTo>
                        <ns1:pt x="364" y="1418"/>
                      </ns1:lnTo>
                      <ns1:lnTo>
                        <ns1:pt x="369" y="1415"/>
                      </ns1:lnTo>
                      <ns1:lnTo>
                        <ns1:pt x="371" y="1415"/>
                      </ns1:lnTo>
                      <ns1:lnTo>
                        <ns1:pt x="376" y="1411"/>
                      </ns1:lnTo>
                      <ns1:lnTo>
                        <ns1:pt x="593" y="1432"/>
                      </ns1:lnTo>
                      <ns1:lnTo>
                        <ns1:pt x="593" y="1432"/>
                      </ns1:lnTo>
                      <ns1:lnTo>
                        <ns1:pt x="593" y="1434"/>
                      </ns1:lnTo>
                      <ns1:lnTo>
                        <ns1:pt x="593" y="1434"/>
                      </ns1:lnTo>
                      <ns1:lnTo>
                        <ns1:pt x="593" y="1441"/>
                      </ns1:lnTo>
                      <ns1:lnTo>
                        <ns1:pt x="598" y="1448"/>
                      </ns1:lnTo>
                      <ns1:lnTo>
                        <ns1:pt x="605" y="1453"/>
                      </ns1:lnTo>
                      <ns1:lnTo>
                        <ns1:pt x="612" y="1453"/>
                      </ns1:lnTo>
                      <ns1:lnTo>
                        <ns1:pt x="612" y="1453"/>
                      </ns1:lnTo>
                      <ns1:lnTo>
                        <ns1:pt x="617" y="1453"/>
                      </ns1:lnTo>
                      <ns1:lnTo>
                        <ns1:pt x="624" y="1448"/>
                      </ns1:lnTo>
                      <ns1:lnTo>
                        <ns1:pt x="629" y="1444"/>
                      </ns1:lnTo>
                      <ns1:lnTo>
                        <ns1:pt x="631" y="1437"/>
                      </ns1:lnTo>
                      <ns1:lnTo>
                        <ns1:pt x="827" y="1463"/>
                      </ns1:lnTo>
                      <ns1:lnTo>
                        <ns1:pt x="827" y="1463"/>
                      </ns1:lnTo>
                      <ns1:lnTo>
                        <ns1:pt x="827" y="1467"/>
                      </ns1:lnTo>
                      <ns1:lnTo>
                        <ns1:pt x="830" y="1470"/>
                      </ns1:lnTo>
                      <ns1:lnTo>
                        <ns1:pt x="832" y="1472"/>
                      </ns1:lnTo>
                      <ns1:lnTo>
                        <ns1:pt x="837" y="1472"/>
                      </ns1:lnTo>
                      <ns1:lnTo>
                        <ns1:pt x="837" y="1472"/>
                      </ns1:lnTo>
                      <ns1:lnTo>
                        <ns1:pt x="841" y="1472"/>
                      </ns1:lnTo>
                      <ns1:lnTo>
                        <ns1:pt x="844" y="1467"/>
                      </ns1:lnTo>
                      <ns1:lnTo>
                        <ns1:pt x="846" y="1467"/>
                      </ns1:lnTo>
                      <ns1:lnTo>
                        <ns1:pt x="846" y="1463"/>
                      </ns1:lnTo>
                      <ns1:lnTo>
                        <ns1:pt x="846" y="1463"/>
                      </ns1:lnTo>
                      <ns1:lnTo>
                        <ns1:pt x="846" y="1460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335" y="1099"/>
                      </ns1:lnTo>
                      <ns1:lnTo>
                        <ns1:pt x="1335" y="1099"/>
                      </ns1:lnTo>
                      <ns1:lnTo>
                        <ns1:pt x="1342" y="1101"/>
                      </ns1:lnTo>
                      <ns1:lnTo>
                        <ns1:pt x="1349" y="1101"/>
                      </ns1:lnTo>
                      <ns1:lnTo>
                        <ns1:pt x="1349" y="1101"/>
                      </ns1:lnTo>
                      <ns1:lnTo>
                        <ns1:pt x="1356" y="1101"/>
                      </ns1:lnTo>
                      <ns1:lnTo>
                        <ns1:pt x="1363" y="1099"/>
                      </ns1:lnTo>
                      <ns1:lnTo>
                        <ns1:pt x="1368" y="1094"/>
                      </ns1:lnTo>
                      <ns1:lnTo>
                        <ns1:pt x="1375" y="1092"/>
                      </ns1:lnTo>
                      <ns1:lnTo>
                        <ns1:pt x="1380" y="1087"/>
                      </ns1:lnTo>
                      <ns1:lnTo>
                        <ns1:pt x="1380" y="1080"/>
                      </ns1:lnTo>
                      <ns1:lnTo>
                        <ns1:pt x="1385" y="1073"/>
                      </ns1:lnTo>
                      <ns1:lnTo>
                        <ns1:pt x="1385" y="1066"/>
                      </ns1:lnTo>
                      <ns1:lnTo>
                        <ns1:pt x="1385" y="1066"/>
                      </ns1:lnTo>
                      <ns1:lnTo>
                        <ns1:pt x="1382" y="1056"/>
                      </ns1:lnTo>
                      <ns1:lnTo>
                        <ns1:pt x="1380" y="1049"/>
                      </ns1:lnTo>
                      <ns1:lnTo>
                        <ns1:pt x="1375" y="1042"/>
                      </ns1:lnTo>
                      <ns1:lnTo>
                        <ns1:pt x="1368" y="1035"/>
                      </ns1:lnTo>
                      <ns1:lnTo>
                        <ns1:pt x="1451" y="867"/>
                      </ns1:lnTo>
                      <ns1:lnTo>
                        <ns1:pt x="1451" y="867"/>
                      </ns1:lnTo>
                      <ns1:lnTo>
                        <ns1:pt x="1455" y="867"/>
                      </ns1:lnTo>
                      <ns1:lnTo>
                        <ns1:pt x="1455" y="867"/>
                      </ns1:lnTo>
                      <ns1:lnTo>
                        <ns1:pt x="1458" y="867"/>
                      </ns1:lnTo>
                      <ns1:lnTo>
                        <ns1:pt x="1463" y="865"/>
                      </ns1:lnTo>
                      <ns1:lnTo>
                        <ns1:pt x="1463" y="863"/>
                      </ns1:lnTo>
                      <ns1:lnTo>
                        <ns1:pt x="1465" y="858"/>
                      </ns1:lnTo>
                      <ns1:lnTo>
                        <ns1:pt x="1465" y="858"/>
                      </ns1:lnTo>
                      <ns1:lnTo>
                        <ns1:pt x="1463" y="853"/>
                      </ns1:lnTo>
                      <ns1:lnTo>
                        <ns1:pt x="1463" y="848"/>
                      </ns1:lnTo>
                      <ns1:lnTo>
                        <ns1:pt x="1458" y="848"/>
                      </ns1:lnTo>
                      <ns1:lnTo>
                        <ns1:pt x="1455" y="848"/>
                      </ns1:lnTo>
                      <ns1:lnTo>
                        <ns1:pt x="1455" y="848"/>
                      </ns1:lnTo>
                      <ns1:lnTo>
                        <ns1:pt x="1453" y="848"/>
                      </ns1:lnTo>
                      <ns1:lnTo>
                        <ns1:pt x="1396" y="435"/>
                      </ns1:lnTo>
                      <ns1:lnTo>
                        <ns1:pt x="1396" y="435"/>
                      </ns1:lnTo>
                      <ns1:lnTo>
                        <ns1:pt x="1401" y="433"/>
                      </ns1:lnTo>
                      <ns1:lnTo>
                        <ns1:pt x="1404" y="426"/>
                      </ns1:lnTo>
                      <ns1:lnTo>
                        <ns1:pt x="1404" y="426"/>
                      </ns1:lnTo>
                      <ns1:lnTo>
                        <ns1:pt x="1401" y="423"/>
                      </ns1:lnTo>
                      <ns1:lnTo>
                        <ns1:pt x="1399" y="419"/>
                      </ns1:lnTo>
                      <ns1:lnTo>
                        <ns1:pt x="1396" y="416"/>
                      </ns1:lnTo>
                      <ns1:lnTo>
                        <ns1:pt x="1394" y="416"/>
                      </ns1:lnTo>
                      <ns1:lnTo>
                        <ns1:pt x="1394" y="416"/>
                      </ns1:lnTo>
                      <ns1:lnTo>
                        <ns1:pt x="1387" y="416"/>
                      </ns1:lnTo>
                      <ns1:lnTo>
                        <ns1:pt x="1243" y="256"/>
                      </ns1:lnTo>
                      <ns1:lnTo>
                        <ns1:pt x="1243" y="256"/>
                      </ns1:lnTo>
                      <ns1:lnTo>
                        <ns1:pt x="1248" y="251"/>
                      </ns1:lnTo>
                      <ns1:lnTo>
                        <ns1:pt x="1248" y="244"/>
                      </ns1:lnTo>
                      <ns1:lnTo>
                        <ns1:pt x="1248" y="244"/>
                      </ns1:lnTo>
                      <ns1:lnTo>
                        <ns1:pt x="1248" y="237"/>
                      </ns1:lnTo>
                      <ns1:lnTo>
                        <ns1:pt x="1241" y="230"/>
                      </ns1:lnTo>
                      <ns1:lnTo>
                        <ns1:pt x="1233" y="225"/>
                      </ns1:lnTo>
                      <ns1:lnTo>
                        <ns1:pt x="1229" y="222"/>
                      </ns1:lnTo>
                      <ns1:lnTo>
                        <ns1:pt x="1229" y="222"/>
                      </ns1:lnTo>
                      <ns1:lnTo>
                        <ns1:pt x="1222" y="222"/>
                      </ns1:lnTo>
                      <ns1:lnTo>
                        <ns1:pt x="1215" y="227"/>
                      </ns1:lnTo>
                      <ns1:lnTo>
                        <ns1:pt x="1078" y="88"/>
                      </ns1:lnTo>
                      <ns1:lnTo>
                        <ns1:pt x="1078" y="88"/>
                      </ns1:lnTo>
                      <ns1:lnTo>
                        <ns1:pt x="1080" y="83"/>
                      </ns1:lnTo>
                      <ns1:lnTo>
                        <ns1:pt x="1080" y="83"/>
                      </ns1:lnTo>
                      <ns1:lnTo>
                        <ns1:pt x="1080" y="78"/>
                      </ns1:lnTo>
                      <ns1:lnTo>
                        <ns1:pt x="1078" y="74"/>
                      </ns1:lnTo>
                      <ns1:lnTo>
                        <ns1:pt x="1075" y="74"/>
                      </ns1:lnTo>
                      <ns1:lnTo>
                        <ns1:pt x="1068" y="74"/>
                      </ns1:lnTo>
                      <ns1:lnTo>
                        <ns1:pt x="1068" y="74"/>
                      </ns1:lnTo>
                      <ns1:lnTo>
                        <ns1:pt x="1063" y="74"/>
                      </ns1:lnTo>
                      <ns1:lnTo>
                        <ns1:pt x="1061" y="78"/>
                      </ns1:lnTo>
                      <ns1:lnTo>
                        <ns1:pt x="636" y="10"/>
                      </ns1:lnTo>
                      <ns1:lnTo>
                        <ns1:pt x="636" y="10"/>
                      </ns1:lnTo>
                      <ns1:lnTo>
                        <ns1:pt x="633" y="5"/>
                      </ns1:lnTo>
                      <ns1:lnTo>
                        <ns1:pt x="631" y="3"/>
                      </ns1:lnTo>
                      <ns1:lnTo>
                        <ns1:pt x="629" y="0"/>
                      </ns1:lnTo>
                      <ns1:lnTo>
                        <ns1:pt x="624" y="0"/>
                      </ns1:lnTo>
                      <ns1:lnTo>
                        <ns1:pt x="624" y="0"/>
                      </ns1:lnTo>
                      <ns1:lnTo>
                        <ns1:pt x="622" y="0"/>
                      </ns1:lnTo>
                      <ns1:lnTo>
                        <ns1:pt x="617" y="3"/>
                      </ns1:lnTo>
                      <ns1:lnTo>
                        <ns1:pt x="615" y="5"/>
                      </ns1:lnTo>
                      <ns1:lnTo>
                        <ns1:pt x="615" y="10"/>
                      </ns1:lnTo>
                      <ns1:lnTo>
                        <ns1:pt x="423" y="95"/>
                      </ns1:lnTo>
                      <ns1:lnTo>
                        <ns1:pt x="423" y="95"/>
                      </ns1:lnTo>
                      <ns1:lnTo>
                        <ns1:pt x="421" y="88"/>
                      </ns1:lnTo>
                      <ns1:lnTo>
                        <ns1:pt x="416" y="85"/>
                      </ns1:lnTo>
                      <ns1:lnTo>
                        <ns1:pt x="411" y="83"/>
                      </ns1:lnTo>
                      <ns1:lnTo>
                        <ns1:pt x="407" y="83"/>
                      </ns1:lnTo>
                      <ns1:lnTo>
                        <ns1:pt x="407" y="83"/>
                      </ns1:lnTo>
                      <ns1:lnTo>
                        <ns1:pt x="400" y="83"/>
                      </ns1:lnTo>
                      <ns1:lnTo>
                        <ns1:pt x="395" y="88"/>
                      </ns1:lnTo>
                      <ns1:lnTo>
                        <ns1:pt x="390" y="95"/>
                      </ns1:lnTo>
                      <ns1:lnTo>
                        <ns1:pt x="390" y="100"/>
                      </ns1:lnTo>
                      <ns1:lnTo>
                        <ns1:pt x="390" y="100"/>
                      </ns1:lnTo>
                      <ns1:lnTo>
                        <ns1:pt x="390" y="107"/>
                      </ns1:lnTo>
                      <ns1:lnTo>
                        <ns1:pt x="393" y="109"/>
                      </ns1:lnTo>
                      <ns1:lnTo>
                        <ns1:pt x="218" y="215"/>
                      </ns1:lnTo>
                      <ns1:lnTo>
                        <ns1:pt x="218" y="215"/>
                      </ns1:lnTo>
                      <ns1:lnTo>
                        <ns1:pt x="215" y="211"/>
                      </ns1:lnTo>
                      <ns1:lnTo>
                        <ns1:pt x="211" y="211"/>
                      </ns1:lnTo>
                      <ns1:lnTo>
                        <ns1:pt x="211" y="211"/>
                      </ns1:lnTo>
                      <ns1:lnTo>
                        <ns1:pt x="206" y="211"/>
                      </ns1:lnTo>
                      <ns1:lnTo>
                        <ns1:pt x="204" y="215"/>
                      </ns1:lnTo>
                      <ns1:lnTo>
                        <ns1:pt x="201" y="218"/>
                      </ns1:lnTo>
                      <ns1:lnTo>
                        <ns1:pt x="199" y="222"/>
                      </ns1:lnTo>
                      <ns1:lnTo>
                        <ns1:pt x="199" y="222"/>
                      </ns1:lnTo>
                      <ns1:lnTo>
                        <ns1:pt x="201" y="225"/>
                      </ns1:lnTo>
                      <ns1:lnTo>
                        <ns1:pt x="206" y="230"/>
                      </ns1:lnTo>
                      <ns1:lnTo>
                        <ns1:pt x="121" y="411"/>
                      </ns1:lnTo>
                      <ns1:lnTo>
                        <ns1:pt x="121" y="411"/>
                      </ns1:lnTo>
                      <ns1:lnTo>
                        <ns1:pt x="114" y="409"/>
                      </ns1:lnTo>
                      <ns1:lnTo>
                        <ns1:pt x="114" y="409"/>
                      </ns1:lnTo>
                      <ns1:lnTo>
                        <ns1:pt x="107" y="411"/>
                      </ns1:lnTo>
                      <ns1:lnTo>
                        <ns1:pt x="100" y="416"/>
                      </ns1:lnTo>
                      <ns1:lnTo>
                        <ns1:pt x="95" y="423"/>
                      </ns1:lnTo>
                      <ns1:lnTo>
                        <ns1:pt x="93" y="430"/>
                      </ns1:lnTo>
                      <ns1:lnTo>
                        <ns1:pt x="93" y="430"/>
                      </ns1:lnTo>
                      <ns1:lnTo>
                        <ns1:pt x="95" y="435"/>
                      </ns1:lnTo>
                      <ns1:lnTo>
                        <ns1:pt x="97" y="440"/>
                      </ns1:lnTo>
                      <ns1:lnTo>
                        <ns1:pt x="102" y="447"/>
                      </ns1:lnTo>
                      <ns1:lnTo>
                        <ns1:pt x="15" y="603"/>
                      </ns1:lnTo>
                      <ns1:lnTo>
                        <ns1:pt x="15" y="603"/>
                      </ns1:lnTo>
                      <ns1:lnTo>
                        <ns1:pt x="12" y="603"/>
                      </ns1:lnTo>
                      <ns1:lnTo>
                        <ns1:pt x="12" y="603"/>
                      </ns1:lnTo>
                      <ns1:lnTo>
                        <ns1:pt x="7" y="603"/>
                      </ns1:lnTo>
                      <ns1:lnTo>
                        <ns1:pt x="5" y="603"/>
                      </ns1:lnTo>
                      <ns1:lnTo>
                        <ns1:pt x="3" y="608"/>
                      </ns1:lnTo>
                      <ns1:lnTo>
                        <ns1:pt x="0" y="612"/>
                      </ns1:lnTo>
                      <ns1:lnTo>
                        <ns1:pt x="0" y="612"/>
                      </ns1:lnTo>
                      <ns1:lnTo>
                        <ns1:pt x="3" y="617"/>
                      </ns1:lnTo>
                      <ns1:lnTo>
                        <ns1:pt x="5" y="617"/>
                      </ns1:lnTo>
                      <ns1:lnTo>
                        <ns1:pt x="7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46" name="Freeform 64">
                  <ns1:extLst>
                    <ns1:ext uri="{FF2B5EF4-FFF2-40B4-BE49-F238E27FC236}">
                      <ns2:creationId id="{82EC313D-1003-418F-A374-8FAD603EBDE9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19450" y="5262563"/>
                  <ns1:ext cx="334963" cy="552450"/>
                </ns1:xfrm>
                <ns1:custGeom>
                  <ns1:avLst/>
                  <ns1:gdLst>
                    <ns1:gd name="T0" fmla="*/ 0 w 211"/>
                    <ns1:gd name="T1" fmla="*/ 0 h 348"/>
                    <ns1:gd name="T2" fmla="*/ 0 w 211"/>
                    <ns1:gd name="T3" fmla="*/ 0 h 348"/>
                    <ns1:gd name="T4" fmla="*/ 3 w 211"/>
                    <ns1:gd name="T5" fmla="*/ 0 h 348"/>
                    <ns1:gd name="T6" fmla="*/ 33 w 211"/>
                    <ns1:gd name="T7" fmla="*/ 48 h 348"/>
                    <ns1:gd name="T8" fmla="*/ 211 w 211"/>
                    <ns1:gd name="T9" fmla="*/ 348 h 348"/>
                    <ns1:gd name="T10" fmla="*/ 211 w 211"/>
                    <ns1:gd name="T11" fmla="*/ 348 h 348"/>
                    <ns1:gd name="T12" fmla="*/ 211 w 211"/>
                    <ns1:gd name="T13" fmla="*/ 348 h 348"/>
                    <ns1:gd name="T14" fmla="*/ 57 w 211"/>
                    <ns1:gd name="T15" fmla="*/ 223 h 348"/>
                    <ns1:gd name="T16" fmla="*/ 57 w 211"/>
                    <ns1:gd name="T17" fmla="*/ 223 h 348"/>
                    <ns1:gd name="T18" fmla="*/ 57 w 211"/>
                    <ns1:gd name="T19" fmla="*/ 218 h 348"/>
                    <ns1:gd name="T20" fmla="*/ 57 w 211"/>
                    <ns1:gd name="T21" fmla="*/ 218 h 348"/>
                    <ns1:gd name="T22" fmla="*/ 57 w 211"/>
                    <ns1:gd name="T23" fmla="*/ 213 h 348"/>
                    <ns1:gd name="T24" fmla="*/ 55 w 211"/>
                    <ns1:gd name="T25" fmla="*/ 211 h 348"/>
                    <ns1:gd name="T26" fmla="*/ 52 w 211"/>
                    <ns1:gd name="T27" fmla="*/ 208 h 348"/>
                    <ns1:gd name="T28" fmla="*/ 48 w 211"/>
                    <ns1:gd name="T29" fmla="*/ 206 h 348"/>
                    <ns1:gd name="T30" fmla="*/ 48 w 211"/>
                    <ns1:gd name="T31" fmla="*/ 206 h 348"/>
                    <ns1:gd name="T32" fmla="*/ 45 w 211"/>
                    <ns1:gd name="T33" fmla="*/ 206 h 348"/>
                    <ns1:gd name="T34" fmla="*/ 0 w 211"/>
                    <ns1:gd name="T35" fmla="*/ 0 h 348"/>
                    <ns1:gd name="T36" fmla="*/ 0 w 211"/>
                    <ns1:gd name="T37" fmla="*/ 0 h 348"/>
                    <ns1:gd name="T38" fmla="*/ 0 w 211"/>
                    <ns1:gd name="T39" fmla="*/ 0 h 3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11" h="348">
                      <ns1:moveTo>
                        <ns1:pt x="0" y="0"/>
                      </ns1:moveTo>
                      <ns1:lnTo>
                        <ns1:pt x="0" y="0"/>
                      </ns1:lnTo>
                      <ns1:lnTo>
                        <ns1:pt x="3" y="0"/>
                      </ns1:lnTo>
                      <ns1:lnTo>
                        <ns1:pt x="33" y="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57" y="223"/>
                      </ns1:lnTo>
                      <ns1:lnTo>
                        <ns1:pt x="57" y="223"/>
                      </ns1:lnTo>
                      <ns1:lnTo>
                        <ns1:pt x="57" y="218"/>
                      </ns1:lnTo>
                      <ns1:lnTo>
                        <ns1:pt x="57" y="218"/>
                      </ns1:lnTo>
                      <ns1:lnTo>
                        <ns1:pt x="57" y="213"/>
                      </ns1:lnTo>
                      <ns1:lnTo>
                        <ns1:pt x="55" y="211"/>
                      </ns1:lnTo>
                      <ns1:lnTo>
                        <ns1:pt x="52" y="208"/>
                      </ns1:lnTo>
                      <ns1:lnTo>
                        <ns1:pt x="48" y="206"/>
                      </ns1:lnTo>
                      <ns1:lnTo>
                        <ns1:pt x="48" y="206"/>
                      </ns1:lnTo>
                      <ns1:lnTo>
                        <ns1:pt x="45" y="206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47" name="Freeform 65">
                  <ns1:extLst>
                    <ns1:ext uri="{FF2B5EF4-FFF2-40B4-BE49-F238E27FC236}">
                      <ns2:creationId id="{B5AB39E7-DCAA-42A4-B248-9B7CE063E1C3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128963" y="5622925"/>
                  <ns1:ext cx="434975" cy="498475"/>
                </ns1:xfrm>
                <ns1:custGeom>
                  <ns1:avLst/>
                  <ns1:gdLst>
                    <ns1:gd name="T0" fmla="*/ 0 w 274"/>
                    <ns1:gd name="T1" fmla="*/ 0 h 314"/>
                    <ns1:gd name="T2" fmla="*/ 151 w 274"/>
                    <ns1:gd name="T3" fmla="*/ 123 h 314"/>
                    <ns1:gd name="T4" fmla="*/ 151 w 274"/>
                    <ns1:gd name="T5" fmla="*/ 123 h 314"/>
                    <ns1:gd name="T6" fmla="*/ 149 w 274"/>
                    <ns1:gd name="T7" fmla="*/ 128 h 314"/>
                    <ns1:gd name="T8" fmla="*/ 149 w 274"/>
                    <ns1:gd name="T9" fmla="*/ 128 h 314"/>
                    <ns1:gd name="T10" fmla="*/ 151 w 274"/>
                    <ns1:gd name="T11" fmla="*/ 133 h 314"/>
                    <ns1:gd name="T12" fmla="*/ 154 w 274"/>
                    <ns1:gd name="T13" fmla="*/ 135 h 314"/>
                    <ns1:gd name="T14" fmla="*/ 156 w 274"/>
                    <ns1:gd name="T15" fmla="*/ 137 h 314"/>
                    <ns1:gd name="T16" fmla="*/ 161 w 274"/>
                    <ns1:gd name="T17" fmla="*/ 140 h 314"/>
                    <ns1:gd name="T18" fmla="*/ 161 w 274"/>
                    <ns1:gd name="T19" fmla="*/ 140 h 314"/>
                    <ns1:gd name="T20" fmla="*/ 163 w 274"/>
                    <ns1:gd name="T21" fmla="*/ 137 h 314"/>
                    <ns1:gd name="T22" fmla="*/ 267 w 274"/>
                    <ns1:gd name="T23" fmla="*/ 305 h 314"/>
                    <ns1:gd name="T24" fmla="*/ 274 w 274"/>
                    <ns1:gd name="T25" fmla="*/ 314 h 314"/>
                    <ns1:gd name="T26" fmla="*/ 0 w 274"/>
                    <ns1:gd name="T27" fmla="*/ 0 h 314"/>
                    <ns1:gd name="T28" fmla="*/ 0 w 274"/>
                    <ns1:gd name="T29" fmla="*/ 0 h 314"/>
                    <ns1:gd name="T30" fmla="*/ 0 w 274"/>
                    <ns1:gd name="T31" fmla="*/ 0 h 3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274" h="314">
                      <ns1:moveTo>
                        <ns1:pt x="0" y="0"/>
                      </ns1:moveTo>
                      <ns1:lnTo>
                        <ns1:pt x="151" y="123"/>
                      </ns1:lnTo>
                      <ns1:lnTo>
                        <ns1:pt x="151" y="123"/>
                      </ns1:lnTo>
                      <ns1:lnTo>
                        <ns1:pt x="149" y="128"/>
                      </ns1:lnTo>
                      <ns1:lnTo>
                        <ns1:pt x="149" y="128"/>
                      </ns1:lnTo>
                      <ns1:lnTo>
                        <ns1:pt x="151" y="133"/>
                      </ns1:lnTo>
                      <ns1:lnTo>
                        <ns1:pt x="154" y="135"/>
                      </ns1:lnTo>
                      <ns1:lnTo>
                        <ns1:pt x="156" y="137"/>
                      </ns1:lnTo>
                      <ns1:lnTo>
                        <ns1:pt x="161" y="140"/>
                      </ns1:lnTo>
                      <ns1:lnTo>
                        <ns1:pt x="161" y="140"/>
                      </ns1:lnTo>
                      <ns1:lnTo>
                        <ns1:pt x="163" y="137"/>
                      </ns1:lnTo>
                      <ns1:lnTo>
                        <ns1:pt x="267" y="305"/>
                      </ns1:lnTo>
                      <ns1:lnTo>
                        <ns1:pt x="274" y="314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48" name="Freeform 66">
                  <ns1:extLst>
                    <ns1:ext uri="{FF2B5EF4-FFF2-40B4-BE49-F238E27FC236}">
                      <ns2:creationId id="{2577E2CE-E67D-476B-B355-13C8BA8F3A0C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867025" y="5837238"/>
                  <ns1:ext cx="547688" cy="336550"/>
                </ns1:xfrm>
                <ns1:custGeom>
                  <ns1:avLst/>
                  <ns1:gdLst>
                    <ns1:gd name="T0" fmla="*/ 128 w 345"/>
                    <ns1:gd name="T1" fmla="*/ 189 h 212"/>
                    <ns1:gd name="T2" fmla="*/ 128 w 345"/>
                    <ns1:gd name="T3" fmla="*/ 189 h 212"/>
                    <ns1:gd name="T4" fmla="*/ 128 w 345"/>
                    <ns1:gd name="T5" fmla="*/ 189 h 212"/>
                    <ns1:gd name="T6" fmla="*/ 128 w 345"/>
                    <ns1:gd name="T7" fmla="*/ 189 h 212"/>
                    <ns1:gd name="T8" fmla="*/ 128 w 345"/>
                    <ns1:gd name="T9" fmla="*/ 187 h 212"/>
                    <ns1:gd name="T10" fmla="*/ 123 w 345"/>
                    <ns1:gd name="T11" fmla="*/ 182 h 212"/>
                    <ns1:gd name="T12" fmla="*/ 121 w 345"/>
                    <ns1:gd name="T13" fmla="*/ 179 h 212"/>
                    <ns1:gd name="T14" fmla="*/ 116 w 345"/>
                    <ns1:gd name="T15" fmla="*/ 179 h 212"/>
                    <ns1:gd name="T16" fmla="*/ 116 w 345"/>
                    <ns1:gd name="T17" fmla="*/ 179 h 212"/>
                    <ns1:gd name="T18" fmla="*/ 111 w 345"/>
                    <ns1:gd name="T19" fmla="*/ 179 h 212"/>
                    <ns1:gd name="T20" fmla="*/ 0 w 345"/>
                    <ns1:gd name="T21" fmla="*/ 2 h 212"/>
                    <ns1:gd name="T22" fmla="*/ 0 w 345"/>
                    <ns1:gd name="T23" fmla="*/ 2 h 212"/>
                    <ns1:gd name="T24" fmla="*/ 3 w 345"/>
                    <ns1:gd name="T25" fmla="*/ 0 h 212"/>
                    <ns1:gd name="T26" fmla="*/ 78 w 345"/>
                    <ns1:gd name="T27" fmla="*/ 47 h 212"/>
                    <ns1:gd name="T28" fmla="*/ 345 w 345"/>
                    <ns1:gd name="T29" fmla="*/ 210 h 212"/>
                    <ns1:gd name="T30" fmla="*/ 345 w 345"/>
                    <ns1:gd name="T31" fmla="*/ 210 h 212"/>
                    <ns1:gd name="T32" fmla="*/ 345 w 345"/>
                    <ns1:gd name="T33" fmla="*/ 212 h 212"/>
                    <ns1:gd name="T34" fmla="*/ 128 w 345"/>
                    <ns1:gd name="T35" fmla="*/ 189 h 212"/>
                    <ns1:gd name="T36" fmla="*/ 128 w 345"/>
                    <ns1:gd name="T37" fmla="*/ 189 h 212"/>
                    <ns1:gd name="T38" fmla="*/ 128 w 345"/>
                    <ns1:gd name="T39" fmla="*/ 189 h 21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45" h="212">
                      <ns1:moveTo>
                        <ns1:pt x="128" y="189"/>
                      </ns1:move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7"/>
                      </ns1:lnTo>
                      <ns1:lnTo>
                        <ns1:pt x="123" y="182"/>
                      </ns1:lnTo>
                      <ns1:lnTo>
                        <ns1:pt x="121" y="179"/>
                      </ns1:lnTo>
                      <ns1:lnTo>
                        <ns1:pt x="116" y="179"/>
                      </ns1:lnTo>
                      <ns1:lnTo>
                        <ns1:pt x="116" y="179"/>
                      </ns1:lnTo>
                      <ns1:lnTo>
                        <ns1:pt x="111" y="179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3" y="0"/>
                      </ns1:lnTo>
                      <ns1:lnTo>
                        <ns1:pt x="78" y="47"/>
                      </ns1:lnTo>
                      <ns1:lnTo>
                        <ns1:pt x="345" y="210"/>
                      </ns1:lnTo>
                      <ns1:lnTo>
                        <ns1:pt x="345" y="210"/>
                      </ns1:lnTo>
                      <ns1:lnTo>
                        <ns1:pt x="345" y="212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49" name="Freeform 67">
                  <ns1:extLst>
                    <ns1:ext uri="{FF2B5EF4-FFF2-40B4-BE49-F238E27FC236}">
                      <ns2:creationId id="{30C68B42-9AC6-43D0-A243-728617AB1F16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59013" y="6054725"/>
                  <ns1:ext cx="600075" cy="168275"/>
                </ns1:xfrm>
                <ns1:custGeom>
                  <ns1:avLst/>
                  <ns1:gdLst>
                    <ns1:gd name="T0" fmla="*/ 206 w 378"/>
                    <ns1:gd name="T1" fmla="*/ 97 h 106"/>
                    <ns1:gd name="T2" fmla="*/ 206 w 378"/>
                    <ns1:gd name="T3" fmla="*/ 97 h 106"/>
                    <ns1:gd name="T4" fmla="*/ 201 w 378"/>
                    <ns1:gd name="T5" fmla="*/ 99 h 106"/>
                    <ns1:gd name="T6" fmla="*/ 199 w 378"/>
                    <ns1:gd name="T7" fmla="*/ 101 h 106"/>
                    <ns1:gd name="T8" fmla="*/ 196 w 378"/>
                    <ns1:gd name="T9" fmla="*/ 101 h 106"/>
                    <ns1:gd name="T10" fmla="*/ 196 w 378"/>
                    <ns1:gd name="T11" fmla="*/ 106 h 106"/>
                    <ns1:gd name="T12" fmla="*/ 0 w 378"/>
                    <ns1:gd name="T13" fmla="*/ 83 h 106"/>
                    <ns1:gd name="T14" fmla="*/ 0 w 378"/>
                    <ns1:gd name="T15" fmla="*/ 83 h 106"/>
                    <ns1:gd name="T16" fmla="*/ 0 w 378"/>
                    <ns1:gd name="T17" fmla="*/ 80 h 106"/>
                    <ns1:gd name="T18" fmla="*/ 0 w 378"/>
                    <ns1:gd name="T19" fmla="*/ 80 h 106"/>
                    <ns1:gd name="T20" fmla="*/ 0 w 378"/>
                    <ns1:gd name="T21" fmla="*/ 75 h 106"/>
                    <ns1:gd name="T22" fmla="*/ 338 w 378"/>
                    <ns1:gd name="T23" fmla="*/ 7 h 106"/>
                    <ns1:gd name="T24" fmla="*/ 378 w 378"/>
                    <ns1:gd name="T25" fmla="*/ 0 h 106"/>
                    <ns1:gd name="T26" fmla="*/ 378 w 378"/>
                    <ns1:gd name="T27" fmla="*/ 0 h 106"/>
                    <ns1:gd name="T28" fmla="*/ 378 w 378"/>
                    <ns1:gd name="T29" fmla="*/ 0 h 106"/>
                    <ns1:gd name="T30" fmla="*/ 215 w 378"/>
                    <ns1:gd name="T31" fmla="*/ 101 h 106"/>
                    <ns1:gd name="T32" fmla="*/ 215 w 378"/>
                    <ns1:gd name="T33" fmla="*/ 101 h 106"/>
                    <ns1:gd name="T34" fmla="*/ 210 w 378"/>
                    <ns1:gd name="T35" fmla="*/ 99 h 106"/>
                    <ns1:gd name="T36" fmla="*/ 206 w 378"/>
                    <ns1:gd name="T37" fmla="*/ 97 h 106"/>
                    <ns1:gd name="T38" fmla="*/ 206 w 378"/>
                    <ns1:gd name="T39" fmla="*/ 97 h 106"/>
                    <ns1:gd name="T40" fmla="*/ 206 w 378"/>
                    <ns1:gd name="T41" fmla="*/ 97 h 106"/>
                    <ns1:gd name="T42" fmla="*/ 206 w 378"/>
                    <ns1:gd name="T43" fmla="*/ 97 h 1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78" h="106">
                      <ns1:moveTo>
                        <ns1:pt x="206" y="97"/>
                      </ns1:moveTo>
                      <ns1:lnTo>
                        <ns1:pt x="206" y="97"/>
                      </ns1:lnTo>
                      <ns1:lnTo>
                        <ns1:pt x="201" y="99"/>
                      </ns1:lnTo>
                      <ns1:lnTo>
                        <ns1:pt x="199" y="101"/>
                      </ns1:lnTo>
                      <ns1:lnTo>
                        <ns1:pt x="196" y="101"/>
                      </ns1:lnTo>
                      <ns1:lnTo>
                        <ns1:pt x="196" y="106"/>
                      </ns1:lnTo>
                      <ns1:lnTo>
                        <ns1:pt x="0" y="83"/>
                      </ns1:lnTo>
                      <ns1:lnTo>
                        <ns1:pt x="0" y="83"/>
                      </ns1:lnTo>
                      <ns1:lnTo>
                        <ns1:pt x="0" y="80"/>
                      </ns1:lnTo>
                      <ns1:lnTo>
                        <ns1:pt x="0" y="80"/>
                      </ns1:lnTo>
                      <ns1:lnTo>
                        <ns1:pt x="0" y="75"/>
                      </ns1:lnTo>
                      <ns1:lnTo>
                        <ns1:pt x="338" y="7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215" y="101"/>
                      </ns1:lnTo>
                      <ns1:lnTo>
                        <ns1:pt x="215" y="101"/>
                      </ns1:lnTo>
                      <ns1:lnTo>
                        <ns1:pt x="210" y="99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1" name="Freeform 68">
                  <ns1:extLst>
                    <ns1:ext uri="{FF2B5EF4-FFF2-40B4-BE49-F238E27FC236}">
                      <ns2:creationId id="{FF77D3BC-13B9-4E43-B4AD-185C6400E5AB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06585" y="5927717"/>
                  <ns1:ext cx="596900" cy="284168"/>
                </ns1:xfrm>
                <ns1:custGeom>
                  <ns1:avLst/>
                  <ns1:gdLst>
                    <ns1:gd name="T0" fmla="*/ 0 w 376"/>
                    <ns1:gd name="T1" fmla="*/ 179 h 179"/>
                    <ns1:gd name="T2" fmla="*/ 158 w 376"/>
                    <ns1:gd name="T3" fmla="*/ 82 h 179"/>
                    <ns1:gd name="T4" fmla="*/ 158 w 376"/>
                    <ns1:gd name="T5" fmla="*/ 82 h 179"/>
                    <ns1:gd name="T6" fmla="*/ 161 w 376"/>
                    <ns1:gd name="T7" fmla="*/ 82 h 179"/>
                    <ns1:gd name="T8" fmla="*/ 161 w 376"/>
                    <ns1:gd name="T9" fmla="*/ 82 h 179"/>
                    <ns1:gd name="T10" fmla="*/ 168 w 376"/>
                    <ns1:gd name="T11" fmla="*/ 80 h 179"/>
                    <ns1:gd name="T12" fmla="*/ 173 w 376"/>
                    <ns1:gd name="T13" fmla="*/ 75 h 179"/>
                    <ns1:gd name="T14" fmla="*/ 376 w 376"/>
                    <ns1:gd name="T15" fmla="*/ 0 h 179"/>
                    <ns1:gd name="T16" fmla="*/ 0 w 376"/>
                    <ns1:gd name="T17" fmla="*/ 179 h 179"/>
                    <ns1:gd name="T18" fmla="*/ 0 w 376"/>
                    <ns1:gd name="T19" fmla="*/ 179 h 179"/>
                    <ns1:gd name="T20" fmla="*/ 0 w 376"/>
                    <ns1:gd name="T21" fmla="*/ 179 h 17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376" h="179">
                      <ns1:moveTo>
                        <ns1:pt x="0" y="179"/>
                      </ns1:moveTo>
                      <ns1:lnTo>
                        <ns1:pt x="158" y="82"/>
                      </ns1:lnTo>
                      <ns1:lnTo>
                        <ns1:pt x="158" y="82"/>
                      </ns1:lnTo>
                      <ns1:lnTo>
                        <ns1:pt x="161" y="82"/>
                      </ns1:lnTo>
                      <ns1:lnTo>
                        <ns1:pt x="161" y="82"/>
                      </ns1:lnTo>
                      <ns1:lnTo>
                        <ns1:pt x="168" y="80"/>
                      </ns1:lnTo>
                      <ns1:lnTo>
                        <ns1:pt x="173" y="75"/>
                      </ns1:lnTo>
                      <ns1:lnTo>
                        <ns1:pt x="376" y="0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3" name="Freeform 69">
                  <ns1:extLst>
                    <ns1:ext uri="{FF2B5EF4-FFF2-40B4-BE49-F238E27FC236}">
                      <ns2:creationId id="{7872CD20-B658-4EA5-8E68-60CE7F32837B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631950" y="5638800"/>
                  <ns1:ext cx="487363" cy="404813"/>
                </ns1:xfrm>
                <ns1:custGeom>
                  <ns1:avLst/>
                  <ns1:gdLst>
                    <ns1:gd name="T0" fmla="*/ 224 w 307"/>
                    <ns1:gd name="T1" fmla="*/ 170 h 255"/>
                    <ns1:gd name="T2" fmla="*/ 0 w 307"/>
                    <ns1:gd name="T3" fmla="*/ 255 h 255"/>
                    <ns1:gd name="T4" fmla="*/ 0 w 307"/>
                    <ns1:gd name="T5" fmla="*/ 255 h 255"/>
                    <ns1:gd name="T6" fmla="*/ 0 w 307"/>
                    <ns1:gd name="T7" fmla="*/ 255 h 255"/>
                    <ns1:gd name="T8" fmla="*/ 300 w 307"/>
                    <ns1:gd name="T9" fmla="*/ 0 h 255"/>
                    <ns1:gd name="T10" fmla="*/ 300 w 307"/>
                    <ns1:gd name="T11" fmla="*/ 0 h 255"/>
                    <ns1:gd name="T12" fmla="*/ 307 w 307"/>
                    <ns1:gd name="T13" fmla="*/ 7 h 255"/>
                    <ns1:gd name="T14" fmla="*/ 224 w 307"/>
                    <ns1:gd name="T15" fmla="*/ 170 h 255"/>
                    <ns1:gd name="T16" fmla="*/ 224 w 307"/>
                    <ns1:gd name="T17" fmla="*/ 170 h 255"/>
                    <ns1:gd name="T18" fmla="*/ 224 w 307"/>
                    <ns1:gd name="T19" fmla="*/ 170 h 2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07" h="255">
                      <ns1:moveTo>
                        <ns1:pt x="224" y="170"/>
                      </ns1:move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300" y="0"/>
                      </ns1:lnTo>
                      <ns1:lnTo>
                        <ns1:pt x="300" y="0"/>
                      </ns1:lnTo>
                      <ns1:lnTo>
                        <ns1:pt x="307" y="7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4" name="Freeform 70">
                  <ns1:extLst>
                    <ns1:ext uri="{FF2B5EF4-FFF2-40B4-BE49-F238E27FC236}">
                      <ns2:creationId id="{E52F79ED-0EB3-420E-BC25-9924D4668208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111250" y="4606925"/>
                  <ns1:ext cx="153988" cy="941388"/>
                </ns1:xfrm>
                <ns1:custGeom>
                  <ns1:avLst/>
                  <ns1:gdLst>
                    <ns1:gd name="T0" fmla="*/ 94 w 97"/>
                    <ns1:gd name="T1" fmla="*/ 423 h 593"/>
                    <ns1:gd name="T2" fmla="*/ 12 w 97"/>
                    <ns1:gd name="T3" fmla="*/ 593 h 593"/>
                    <ns1:gd name="T4" fmla="*/ 12 w 97"/>
                    <ns1:gd name="T5" fmla="*/ 593 h 593"/>
                    <ns1:gd name="T6" fmla="*/ 5 w 97"/>
                    <ns1:gd name="T7" fmla="*/ 591 h 593"/>
                    <ns1:gd name="T8" fmla="*/ 0 w 97"/>
                    <ns1:gd name="T9" fmla="*/ 588 h 593"/>
                    <ns1:gd name="T10" fmla="*/ 40 w 97"/>
                    <ns1:gd name="T11" fmla="*/ 203 h 593"/>
                    <ns1:gd name="T12" fmla="*/ 40 w 97"/>
                    <ns1:gd name="T13" fmla="*/ 203 h 593"/>
                    <ns1:gd name="T14" fmla="*/ 45 w 97"/>
                    <ns1:gd name="T15" fmla="*/ 203 h 593"/>
                    <ns1:gd name="T16" fmla="*/ 45 w 97"/>
                    <ns1:gd name="T17" fmla="*/ 201 h 593"/>
                    <ns1:gd name="T18" fmla="*/ 47 w 97"/>
                    <ns1:gd name="T19" fmla="*/ 199 h 593"/>
                    <ns1:gd name="T20" fmla="*/ 50 w 97"/>
                    <ns1:gd name="T21" fmla="*/ 194 h 593"/>
                    <ns1:gd name="T22" fmla="*/ 50 w 97"/>
                    <ns1:gd name="T23" fmla="*/ 194 h 593"/>
                    <ns1:gd name="T24" fmla="*/ 47 w 97"/>
                    <ns1:gd name="T25" fmla="*/ 191 h 593"/>
                    <ns1:gd name="T26" fmla="*/ 45 w 97"/>
                    <ns1:gd name="T27" fmla="*/ 187 h 593"/>
                    <ns1:gd name="T28" fmla="*/ 45 w 97"/>
                    <ns1:gd name="T29" fmla="*/ 184 h 593"/>
                    <ns1:gd name="T30" fmla="*/ 40 w 97"/>
                    <ns1:gd name="T31" fmla="*/ 184 h 593"/>
                    <ns1:gd name="T32" fmla="*/ 40 w 97"/>
                    <ns1:gd name="T33" fmla="*/ 0 h 593"/>
                    <ns1:gd name="T34" fmla="*/ 97 w 97"/>
                    <ns1:gd name="T35" fmla="*/ 406 h 593"/>
                    <ns1:gd name="T36" fmla="*/ 97 w 97"/>
                    <ns1:gd name="T37" fmla="*/ 406 h 593"/>
                    <ns1:gd name="T38" fmla="*/ 92 w 97"/>
                    <ns1:gd name="T39" fmla="*/ 409 h 593"/>
                    <ns1:gd name="T40" fmla="*/ 90 w 97"/>
                    <ns1:gd name="T41" fmla="*/ 413 h 593"/>
                    <ns1:gd name="T42" fmla="*/ 90 w 97"/>
                    <ns1:gd name="T43" fmla="*/ 416 h 593"/>
                    <ns1:gd name="T44" fmla="*/ 90 w 97"/>
                    <ns1:gd name="T45" fmla="*/ 416 h 593"/>
                    <ns1:gd name="T46" fmla="*/ 90 w 97"/>
                    <ns1:gd name="T47" fmla="*/ 421 h 593"/>
                    <ns1:gd name="T48" fmla="*/ 94 w 97"/>
                    <ns1:gd name="T49" fmla="*/ 423 h 593"/>
                    <ns1:gd name="T50" fmla="*/ 94 w 97"/>
                    <ns1:gd name="T51" fmla="*/ 423 h 593"/>
                    <ns1:gd name="T52" fmla="*/ 94 w 97"/>
                    <ns1:gd name="T53" fmla="*/ 423 h 593"/>
                    <ns1:gd name="T54" fmla="*/ 94 w 97"/>
                    <ns1:gd name="T55" fmla="*/ 423 h 59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97" h="593">
                      <ns1:moveTo>
                        <ns1:pt x="94" y="423"/>
                      </ns1:moveTo>
                      <ns1:lnTo>
                        <ns1:pt x="12" y="593"/>
                      </ns1:lnTo>
                      <ns1:lnTo>
                        <ns1:pt x="12" y="593"/>
                      </ns1:lnTo>
                      <ns1:lnTo>
                        <ns1:pt x="5" y="591"/>
                      </ns1:lnTo>
                      <ns1:lnTo>
                        <ns1:pt x="0" y="588"/>
                      </ns1:lnTo>
                      <ns1:lnTo>
                        <ns1:pt x="40" y="203"/>
                      </ns1:lnTo>
                      <ns1:lnTo>
                        <ns1:pt x="40" y="203"/>
                      </ns1:lnTo>
                      <ns1:lnTo>
                        <ns1:pt x="45" y="203"/>
                      </ns1:lnTo>
                      <ns1:lnTo>
                        <ns1:pt x="45" y="201"/>
                      </ns1:lnTo>
                      <ns1:lnTo>
                        <ns1:pt x="47" y="199"/>
                      </ns1:lnTo>
                      <ns1:lnTo>
                        <ns1:pt x="50" y="194"/>
                      </ns1:lnTo>
                      <ns1:lnTo>
                        <ns1:pt x="50" y="194"/>
                      </ns1:lnTo>
                      <ns1:lnTo>
                        <ns1:pt x="47" y="191"/>
                      </ns1:lnTo>
                      <ns1:lnTo>
                        <ns1:pt x="45" y="187"/>
                      </ns1:lnTo>
                      <ns1:lnTo>
                        <ns1:pt x="45" y="184"/>
                      </ns1:lnTo>
                      <ns1:lnTo>
                        <ns1:pt x="40" y="184"/>
                      </ns1:lnTo>
                      <ns1:lnTo>
                        <ns1:pt x="40" y="0"/>
                      </ns1:lnTo>
                      <ns1:lnTo>
                        <ns1:pt x="97" y="406"/>
                      </ns1:lnTo>
                      <ns1:lnTo>
                        <ns1:pt x="97" y="406"/>
                      </ns1:lnTo>
                      <ns1:lnTo>
                        <ns1:pt x="92" y="409"/>
                      </ns1:lnTo>
                      <ns1:lnTo>
                        <ns1:pt x="90" y="413"/>
                      </ns1:lnTo>
                      <ns1:lnTo>
                        <ns1:pt x="90" y="416"/>
                      </ns1:lnTo>
                      <ns1:lnTo>
                        <ns1:pt x="90" y="416"/>
                      </ns1:lnTo>
                      <ns1:lnTo>
                        <ns1:pt x="90" y="421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5" name="Freeform 71">
                  <ns1:extLst>
                    <ns1:ext uri="{FF2B5EF4-FFF2-40B4-BE49-F238E27FC236}">
                      <ns2:creationId id="{F947352B-D7AE-4E17-B326-90120CC48089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295400" y="4314825"/>
                  <ns1:ext cx="247650" cy="584200"/>
                </ns1:xfrm>
                <ns1:custGeom>
                  <ns1:avLst/>
                  <ns1:gdLst>
                    <ns1:gd name="T0" fmla="*/ 156 w 156"/>
                    <ns1:gd name="T1" fmla="*/ 177 h 368"/>
                    <ns1:gd name="T2" fmla="*/ 156 w 156"/>
                    <ns1:gd name="T3" fmla="*/ 368 h 368"/>
                    <ns1:gd name="T4" fmla="*/ 156 w 156"/>
                    <ns1:gd name="T5" fmla="*/ 368 h 368"/>
                    <ns1:gd name="T6" fmla="*/ 151 w 156"/>
                    <ns1:gd name="T7" fmla="*/ 368 h 368"/>
                    <ns1:gd name="T8" fmla="*/ 0 w 156"/>
                    <ns1:gd name="T9" fmla="*/ 5 h 368"/>
                    <ns1:gd name="T10" fmla="*/ 0 w 156"/>
                    <ns1:gd name="T11" fmla="*/ 5 h 368"/>
                    <ns1:gd name="T12" fmla="*/ 3 w 156"/>
                    <ns1:gd name="T13" fmla="*/ 0 h 368"/>
                    <ns1:gd name="T14" fmla="*/ 149 w 156"/>
                    <ns1:gd name="T15" fmla="*/ 161 h 368"/>
                    <ns1:gd name="T16" fmla="*/ 149 w 156"/>
                    <ns1:gd name="T17" fmla="*/ 161 h 368"/>
                    <ns1:gd name="T18" fmla="*/ 144 w 156"/>
                    <ns1:gd name="T19" fmla="*/ 165 h 368"/>
                    <ns1:gd name="T20" fmla="*/ 144 w 156"/>
                    <ns1:gd name="T21" fmla="*/ 168 h 368"/>
                    <ns1:gd name="T22" fmla="*/ 144 w 156"/>
                    <ns1:gd name="T23" fmla="*/ 168 h 368"/>
                    <ns1:gd name="T24" fmla="*/ 144 w 156"/>
                    <ns1:gd name="T25" fmla="*/ 172 h 368"/>
                    <ns1:gd name="T26" fmla="*/ 149 w 156"/>
                    <ns1:gd name="T27" fmla="*/ 177 h 368"/>
                    <ns1:gd name="T28" fmla="*/ 151 w 156"/>
                    <ns1:gd name="T29" fmla="*/ 177 h 368"/>
                    <ns1:gd name="T30" fmla="*/ 156 w 156"/>
                    <ns1:gd name="T31" fmla="*/ 177 h 368"/>
                    <ns1:gd name="T32" fmla="*/ 156 w 156"/>
                    <ns1:gd name="T33" fmla="*/ 177 h 368"/>
                    <ns1:gd name="T34" fmla="*/ 156 w 156"/>
                    <ns1:gd name="T35" fmla="*/ 177 h 368"/>
                    <ns1:gd name="T36" fmla="*/ 156 w 156"/>
                    <ns1:gd name="T37" fmla="*/ 177 h 3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156" h="368">
                      <ns1:moveTo>
                        <ns1:pt x="156" y="177"/>
                      </ns1:moveTo>
                      <ns1:lnTo>
                        <ns1:pt x="156" y="368"/>
                      </ns1:lnTo>
                      <ns1:lnTo>
                        <ns1:pt x="156" y="368"/>
                      </ns1:lnTo>
                      <ns1:lnTo>
                        <ns1:pt x="151" y="368"/>
                      </ns1:lnTo>
                      <ns1:lnTo>
                        <ns1:pt x="0" y="5"/>
                      </ns1:lnTo>
                      <ns1:lnTo>
                        <ns1:pt x="0" y="5"/>
                      </ns1:lnTo>
                      <ns1:lnTo>
                        <ns1:pt x="3" y="0"/>
                      </ns1:lnTo>
                      <ns1:lnTo>
                        <ns1:pt x="149" y="161"/>
                      </ns1:lnTo>
                      <ns1:lnTo>
                        <ns1:pt x="149" y="161"/>
                      </ns1:lnTo>
                      <ns1:lnTo>
                        <ns1:pt x="144" y="165"/>
                      </ns1:lnTo>
                      <ns1:lnTo>
                        <ns1:pt x="144" y="168"/>
                      </ns1:lnTo>
                      <ns1:lnTo>
                        <ns1:pt x="144" y="168"/>
                      </ns1:lnTo>
                      <ns1:lnTo>
                        <ns1:pt x="144" y="172"/>
                      </ns1:lnTo>
                      <ns1:lnTo>
                        <ns1:pt x="149" y="177"/>
                      </ns1:lnTo>
                      <ns1:lnTo>
                        <ns1:pt x="151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6" name="Freeform 72">
                  <ns1:extLst>
                    <ns1:ext uri="{FF2B5EF4-FFF2-40B4-BE49-F238E27FC236}">
                      <ns2:creationId id="{D3788273-3D38-4A89-86FB-2EFBF4911C6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20875" y="4003675"/>
                  <ns1:ext cx="584200" cy="273050"/>
                </ns1:xfrm>
                <ns1:custGeom>
                  <ns1:avLst/>
                  <ns1:gdLst>
                    <ns1:gd name="T0" fmla="*/ 224 w 368"/>
                    <ns1:gd name="T1" fmla="*/ 33 h 172"/>
                    <ns1:gd name="T2" fmla="*/ 224 w 368"/>
                    <ns1:gd name="T3" fmla="*/ 33 h 172"/>
                    <ns1:gd name="T4" fmla="*/ 231 w 368"/>
                    <ns1:gd name="T5" fmla="*/ 31 h 172"/>
                    <ns1:gd name="T6" fmla="*/ 234 w 368"/>
                    <ns1:gd name="T7" fmla="*/ 28 h 172"/>
                    <ns1:gd name="T8" fmla="*/ 368 w 368"/>
                    <ns1:gd name="T9" fmla="*/ 168 h 172"/>
                    <ns1:gd name="T10" fmla="*/ 368 w 368"/>
                    <ns1:gd name="T11" fmla="*/ 168 h 172"/>
                    <ns1:gd name="T12" fmla="*/ 366 w 368"/>
                    <ns1:gd name="T13" fmla="*/ 172 h 172"/>
                    <ns1:gd name="T14" fmla="*/ 0 w 368"/>
                    <ns1:gd name="T15" fmla="*/ 2 h 172"/>
                    <ns1:gd name="T16" fmla="*/ 0 w 368"/>
                    <ns1:gd name="T17" fmla="*/ 2 h 172"/>
                    <ns1:gd name="T18" fmla="*/ 0 w 368"/>
                    <ns1:gd name="T19" fmla="*/ 0 h 172"/>
                    <ns1:gd name="T20" fmla="*/ 104 w 368"/>
                    <ns1:gd name="T21" fmla="*/ 12 h 172"/>
                    <ns1:gd name="T22" fmla="*/ 217 w 368"/>
                    <ns1:gd name="T23" fmla="*/ 19 h 172"/>
                    <ns1:gd name="T24" fmla="*/ 217 w 368"/>
                    <ns1:gd name="T25" fmla="*/ 19 h 172"/>
                    <ns1:gd name="T26" fmla="*/ 215 w 368"/>
                    <ns1:gd name="T27" fmla="*/ 21 h 172"/>
                    <ns1:gd name="T28" fmla="*/ 215 w 368"/>
                    <ns1:gd name="T29" fmla="*/ 21 h 172"/>
                    <ns1:gd name="T30" fmla="*/ 217 w 368"/>
                    <ns1:gd name="T31" fmla="*/ 26 h 172"/>
                    <ns1:gd name="T32" fmla="*/ 219 w 368"/>
                    <ns1:gd name="T33" fmla="*/ 28 h 172"/>
                    <ns1:gd name="T34" fmla="*/ 222 w 368"/>
                    <ns1:gd name="T35" fmla="*/ 31 h 172"/>
                    <ns1:gd name="T36" fmla="*/ 224 w 368"/>
                    <ns1:gd name="T37" fmla="*/ 33 h 172"/>
                    <ns1:gd name="T38" fmla="*/ 224 w 368"/>
                    <ns1:gd name="T39" fmla="*/ 33 h 172"/>
                    <ns1:gd name="T40" fmla="*/ 224 w 368"/>
                    <ns1:gd name="T41" fmla="*/ 33 h 172"/>
                    <ns1:gd name="T42" fmla="*/ 224 w 368"/>
                    <ns1:gd name="T43" fmla="*/ 33 h 1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68" h="172">
                      <ns1:moveTo>
                        <ns1:pt x="224" y="33"/>
                      </ns1:moveTo>
                      <ns1:lnTo>
                        <ns1:pt x="224" y="33"/>
                      </ns1:lnTo>
                      <ns1:lnTo>
                        <ns1:pt x="231" y="31"/>
                      </ns1:lnTo>
                      <ns1:lnTo>
                        <ns1:pt x="234" y="28"/>
                      </ns1:lnTo>
                      <ns1:lnTo>
                        <ns1:pt x="368" y="168"/>
                      </ns1:lnTo>
                      <ns1:lnTo>
                        <ns1:pt x="368" y="168"/>
                      </ns1:lnTo>
                      <ns1:lnTo>
                        <ns1:pt x="366" y="172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0" y="0"/>
                      </ns1:lnTo>
                      <ns1:lnTo>
                        <ns1:pt x="104" y="12"/>
                      </ns1:lnTo>
                      <ns1:lnTo>
                        <ns1:pt x="217" y="19"/>
                      </ns1:lnTo>
                      <ns1:lnTo>
                        <ns1:pt x="217" y="19"/>
                      </ns1:lnTo>
                      <ns1:lnTo>
                        <ns1:pt x="215" y="21"/>
                      </ns1:lnTo>
                      <ns1:lnTo>
                        <ns1:pt x="215" y="21"/>
                      </ns1:lnTo>
                      <ns1:lnTo>
                        <ns1:pt x="217" y="26"/>
                      </ns1:lnTo>
                      <ns1:lnTo>
                        <ns1:pt x="219" y="28"/>
                      </ns1:lnTo>
                      <ns1:lnTo>
                        <ns1:pt x="222" y="31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7" name="Freeform 73">
                  <ns1:extLst>
                    <ns1:ext uri="{FF2B5EF4-FFF2-40B4-BE49-F238E27FC236}">
                      <ns2:creationId id="{A3F21726-2B8D-415F-AAF8-0D3619B1890D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32025" y="3929063"/>
                  <ns1:ext cx="625475" cy="100013"/>
                </ns1:xfrm>
                <ns1:custGeom>
                  <ns1:avLst/>
                  <ns1:gdLst>
                    <ns1:gd name="T0" fmla="*/ 394 w 394"/>
                    <ns1:gd name="T1" fmla="*/ 63 h 63"/>
                    <ns1:gd name="T2" fmla="*/ 196 w 394"/>
                    <ns1:gd name="T3" fmla="*/ 47 h 63"/>
                    <ns1:gd name="T4" fmla="*/ 196 w 394"/>
                    <ns1:gd name="T5" fmla="*/ 47 h 63"/>
                    <ns1:gd name="T6" fmla="*/ 193 w 394"/>
                    <ns1:gd name="T7" fmla="*/ 42 h 63"/>
                    <ns1:gd name="T8" fmla="*/ 193 w 394"/>
                    <ns1:gd name="T9" fmla="*/ 40 h 63"/>
                    <ns1:gd name="T10" fmla="*/ 189 w 394"/>
                    <ns1:gd name="T11" fmla="*/ 40 h 63"/>
                    <ns1:gd name="T12" fmla="*/ 186 w 394"/>
                    <ns1:gd name="T13" fmla="*/ 37 h 63"/>
                    <ns1:gd name="T14" fmla="*/ 186 w 394"/>
                    <ns1:gd name="T15" fmla="*/ 37 h 63"/>
                    <ns1:gd name="T16" fmla="*/ 179 w 394"/>
                    <ns1:gd name="T17" fmla="*/ 40 h 63"/>
                    <ns1:gd name="T18" fmla="*/ 177 w 394"/>
                    <ns1:gd name="T19" fmla="*/ 42 h 63"/>
                    <ns1:gd name="T20" fmla="*/ 0 w 394"/>
                    <ns1:gd name="T21" fmla="*/ 0 h 63"/>
                    <ns1:gd name="T22" fmla="*/ 394 w 394"/>
                    <ns1:gd name="T23" fmla="*/ 63 h 63"/>
                    <ns1:gd name="T24" fmla="*/ 394 w 394"/>
                    <ns1:gd name="T25" fmla="*/ 63 h 63"/>
                    <ns1:gd name="T26" fmla="*/ 394 w 394"/>
                    <ns1:gd name="T27" fmla="*/ 63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</ns1:cxnLst>
                  <ns1:rect l="0" t="0" r="r" b="b"/>
                  <ns1:pathLst>
                    <ns1:path w="394" h="63">
                      <ns1:moveTo>
                        <ns1:pt x="394" y="63"/>
                      </ns1:moveTo>
                      <ns1:lnTo>
                        <ns1:pt x="196" y="47"/>
                      </ns1:lnTo>
                      <ns1:lnTo>
                        <ns1:pt x="196" y="47"/>
                      </ns1:lnTo>
                      <ns1:lnTo>
                        <ns1:pt x="193" y="42"/>
                      </ns1:lnTo>
                      <ns1:lnTo>
                        <ns1:pt x="193" y="40"/>
                      </ns1:lnTo>
                      <ns1:lnTo>
                        <ns1:pt x="189" y="40"/>
                      </ns1:lnTo>
                      <ns1:lnTo>
                        <ns1:pt x="186" y="37"/>
                      </ns1:lnTo>
                      <ns1:lnTo>
                        <ns1:pt x="186" y="37"/>
                      </ns1:lnTo>
                      <ns1:lnTo>
                        <ns1:pt x="179" y="40"/>
                      </ns1:lnTo>
                      <ns1:lnTo>
                        <ns1:pt x="177" y="42"/>
                      </ns1:lnTo>
                      <ns1:lnTo>
                        <ns1:pt x="0" y="0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12" name="Freeform 74">
                  <ns1:extLst>
                    <ns1:ext uri="{FF2B5EF4-FFF2-40B4-BE49-F238E27FC236}">
                      <ns2:creationId id="{BB055A1E-856E-4D32-AE22-57A4C61A624B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589213" y="3924300"/>
                  <ns1:ext cx="633413" cy="139700"/>
                </ns1:xfrm>
                <ns1:custGeom>
                  <ns1:avLst/>
                  <ns1:gdLst>
                    <ns1:gd name="T0" fmla="*/ 192 w 399"/>
                    <ns1:gd name="T1" fmla="*/ 0 h 88"/>
                    <ns1:gd name="T2" fmla="*/ 192 w 399"/>
                    <ns1:gd name="T3" fmla="*/ 0 h 88"/>
                    <ns1:gd name="T4" fmla="*/ 194 w 399"/>
                    <ns1:gd name="T5" fmla="*/ 5 h 88"/>
                    <ns1:gd name="T6" fmla="*/ 194 w 399"/>
                    <ns1:gd name="T7" fmla="*/ 5 h 88"/>
                    <ns1:gd name="T8" fmla="*/ 199 w 399"/>
                    <ns1:gd name="T9" fmla="*/ 7 h 88"/>
                    <ns1:gd name="T10" fmla="*/ 201 w 399"/>
                    <ns1:gd name="T11" fmla="*/ 10 h 88"/>
                    <ns1:gd name="T12" fmla="*/ 201 w 399"/>
                    <ns1:gd name="T13" fmla="*/ 10 h 88"/>
                    <ns1:gd name="T14" fmla="*/ 206 w 399"/>
                    <ns1:gd name="T15" fmla="*/ 7 h 88"/>
                    <ns1:gd name="T16" fmla="*/ 208 w 399"/>
                    <ns1:gd name="T17" fmla="*/ 5 h 88"/>
                    <ns1:gd name="T18" fmla="*/ 210 w 399"/>
                    <ns1:gd name="T19" fmla="*/ 5 h 88"/>
                    <ns1:gd name="T20" fmla="*/ 213 w 399"/>
                    <ns1:gd name="T21" fmla="*/ 0 h 88"/>
                    <ns1:gd name="T22" fmla="*/ 399 w 399"/>
                    <ns1:gd name="T23" fmla="*/ 47 h 88"/>
                    <ns1:gd name="T24" fmla="*/ 399 w 399"/>
                    <ns1:gd name="T25" fmla="*/ 47 h 88"/>
                    <ns1:gd name="T26" fmla="*/ 399 w 399"/>
                    <ns1:gd name="T27" fmla="*/ 50 h 88"/>
                    <ns1:gd name="T28" fmla="*/ 0 w 399"/>
                    <ns1:gd name="T29" fmla="*/ 88 h 88"/>
                    <ns1:gd name="T30" fmla="*/ 0 w 399"/>
                    <ns1:gd name="T31" fmla="*/ 88 h 88"/>
                    <ns1:gd name="T32" fmla="*/ 0 w 399"/>
                    <ns1:gd name="T33" fmla="*/ 83 h 88"/>
                    <ns1:gd name="T34" fmla="*/ 192 w 399"/>
                    <ns1:gd name="T35" fmla="*/ 0 h 88"/>
                    <ns1:gd name="T36" fmla="*/ 192 w 399"/>
                    <ns1:gd name="T37" fmla="*/ 0 h 88"/>
                    <ns1:gd name="T38" fmla="*/ 192 w 399"/>
                    <ns1:gd name="T39" fmla="*/ 0 h 8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99" h="88">
                      <ns1:moveTo>
                        <ns1:pt x="192" y="0"/>
                      </ns1:moveTo>
                      <ns1:lnTo>
                        <ns1:pt x="192" y="0"/>
                      </ns1:lnTo>
                      <ns1:lnTo>
                        <ns1:pt x="194" y="5"/>
                      </ns1:lnTo>
                      <ns1:lnTo>
                        <ns1:pt x="194" y="5"/>
                      </ns1:lnTo>
                      <ns1:lnTo>
                        <ns1:pt x="199" y="7"/>
                      </ns1:lnTo>
                      <ns1:lnTo>
                        <ns1:pt x="201" y="10"/>
                      </ns1:lnTo>
                      <ns1:lnTo>
                        <ns1:pt x="201" y="10"/>
                      </ns1:lnTo>
                      <ns1:lnTo>
                        <ns1:pt x="206" y="7"/>
                      </ns1:lnTo>
                      <ns1:lnTo>
                        <ns1:pt x="208" y="5"/>
                      </ns1:lnTo>
                      <ns1:lnTo>
                        <ns1:pt x="210" y="5"/>
                      </ns1:lnTo>
                      <ns1:lnTo>
                        <ns1:pt x="213" y="0"/>
                      </ns1:lnTo>
                      <ns1:lnTo>
                        <ns1:pt x="399" y="47"/>
                      </ns1:lnTo>
                      <ns1:lnTo>
                        <ns1:pt x="399" y="47"/>
                      </ns1:lnTo>
                      <ns1:lnTo>
                        <ns1:pt x="399" y="50"/>
                      </ns1:lnTo>
                      <ns1:lnTo>
                        <ns1:pt x="0" y="88"/>
                      </ns1:lnTo>
                      <ns1:lnTo>
                        <ns1:pt x="0" y="88"/>
                      </ns1:lnTo>
                      <ns1:lnTo>
                        <ns1:pt x="0" y="83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14" name="Freeform 75">
                  <ns1:extLst>
                    <ns1:ext uri="{FF2B5EF4-FFF2-40B4-BE49-F238E27FC236}">
                      <ns2:creationId id="{98877763-4BD0-4FF6-870C-65F435531453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065463" y="4081463"/>
                  <ns1:ext cx="431800" cy="476250"/>
                </ns1:xfrm>
                <ns1:custGeom>
                  <ns1:avLst/>
                  <ns1:gdLst>
                    <ns1:gd name="T0" fmla="*/ 83 w 272"/>
                    <ns1:gd name="T1" fmla="*/ 119 h 300"/>
                    <ns1:gd name="T2" fmla="*/ 83 w 272"/>
                    <ns1:gd name="T3" fmla="*/ 119 h 300"/>
                    <ns1:gd name="T4" fmla="*/ 88 w 272"/>
                    <ns1:gd name="T5" fmla="*/ 121 h 300"/>
                    <ns1:gd name="T6" fmla="*/ 88 w 272"/>
                    <ns1:gd name="T7" fmla="*/ 121 h 300"/>
                    <ns1:gd name="T8" fmla="*/ 90 w 272"/>
                    <ns1:gd name="T9" fmla="*/ 119 h 300"/>
                    <ns1:gd name="T10" fmla="*/ 95 w 272"/>
                    <ns1:gd name="T11" fmla="*/ 119 h 300"/>
                    <ns1:gd name="T12" fmla="*/ 97 w 272"/>
                    <ns1:gd name="T13" fmla="*/ 114 h 300"/>
                    <ns1:gd name="T14" fmla="*/ 97 w 272"/>
                    <ns1:gd name="T15" fmla="*/ 111 h 300"/>
                    <ns1:gd name="T16" fmla="*/ 97 w 272"/>
                    <ns1:gd name="T17" fmla="*/ 111 h 300"/>
                    <ns1:gd name="T18" fmla="*/ 95 w 272"/>
                    <ns1:gd name="T19" fmla="*/ 107 h 300"/>
                    <ns1:gd name="T20" fmla="*/ 270 w 272"/>
                    <ns1:gd name="T21" fmla="*/ 0 h 300"/>
                    <ns1:gd name="T22" fmla="*/ 270 w 272"/>
                    <ns1:gd name="T23" fmla="*/ 0 h 300"/>
                    <ns1:gd name="T24" fmla="*/ 272 w 272"/>
                    <ns1:gd name="T25" fmla="*/ 3 h 300"/>
                    <ns1:gd name="T26" fmla="*/ 229 w 272"/>
                    <ns1:gd name="T27" fmla="*/ 48 h 300"/>
                    <ns1:gd name="T28" fmla="*/ 0 w 272"/>
                    <ns1:gd name="T29" fmla="*/ 300 h 300"/>
                    <ns1:gd name="T30" fmla="*/ 0 w 272"/>
                    <ns1:gd name="T31" fmla="*/ 300 h 300"/>
                    <ns1:gd name="T32" fmla="*/ 0 w 272"/>
                    <ns1:gd name="T33" fmla="*/ 300 h 300"/>
                    <ns1:gd name="T34" fmla="*/ 83 w 272"/>
                    <ns1:gd name="T35" fmla="*/ 119 h 300"/>
                    <ns1:gd name="T36" fmla="*/ 83 w 272"/>
                    <ns1:gd name="T37" fmla="*/ 119 h 300"/>
                    <ns1:gd name="T38" fmla="*/ 83 w 272"/>
                    <ns1:gd name="T39" fmla="*/ 119 h 3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72" h="300">
                      <ns1:moveTo>
                        <ns1:pt x="83" y="119"/>
                      </ns1:moveTo>
                      <ns1:lnTo>
                        <ns1:pt x="83" y="119"/>
                      </ns1:lnTo>
                      <ns1:lnTo>
                        <ns1:pt x="88" y="121"/>
                      </ns1:lnTo>
                      <ns1:lnTo>
                        <ns1:pt x="88" y="121"/>
                      </ns1:lnTo>
                      <ns1:lnTo>
                        <ns1:pt x="90" y="119"/>
                      </ns1:lnTo>
                      <ns1:lnTo>
                        <ns1:pt x="95" y="119"/>
                      </ns1:lnTo>
                      <ns1:lnTo>
                        <ns1:pt x="97" y="114"/>
                      </ns1:lnTo>
                      <ns1:lnTo>
                        <ns1:pt x="97" y="111"/>
                      </ns1:lnTo>
                      <ns1:lnTo>
                        <ns1:pt x="97" y="111"/>
                      </ns1:lnTo>
                      <ns1:lnTo>
                        <ns1:pt x="95" y="107"/>
                      </ns1:lnTo>
                      <ns1:lnTo>
                        <ns1:pt x="270" y="0"/>
                      </ns1:lnTo>
                      <ns1:lnTo>
                        <ns1:pt x="270" y="0"/>
                      </ns1:lnTo>
                      <ns1:lnTo>
                        <ns1:pt x="272" y="3"/>
                      </ns1:lnTo>
                      <ns1:lnTo>
                        <ns1:pt x="229" y="48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2" name="Freeform 76">
                  <ns1:extLst>
                    <ns1:ext uri="{FF2B5EF4-FFF2-40B4-BE49-F238E27FC236}">
                      <ns2:creationId id="{73EE8928-AA3C-4CA6-BEBF-89054C25647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36913" y="4614863"/>
                  <ns1:ext cx="149225" cy="619125"/>
                </ns1:xfrm>
                <ns1:custGeom>
                  <ns1:avLst/>
                  <ns1:gdLst>
                    <ns1:gd name="T0" fmla="*/ 89 w 94"/>
                    <ns1:gd name="T1" fmla="*/ 0 h 390"/>
                    <ns1:gd name="T2" fmla="*/ 89 w 94"/>
                    <ns1:gd name="T3" fmla="*/ 0 h 390"/>
                    <ns1:gd name="T4" fmla="*/ 94 w 94"/>
                    <ns1:gd name="T5" fmla="*/ 2 h 390"/>
                    <ns1:gd name="T6" fmla="*/ 11 w 94"/>
                    <ns1:gd name="T7" fmla="*/ 390 h 390"/>
                    <ns1:gd name="T8" fmla="*/ 11 w 94"/>
                    <ns1:gd name="T9" fmla="*/ 390 h 390"/>
                    <ns1:gd name="T10" fmla="*/ 11 w 94"/>
                    <ns1:gd name="T11" fmla="*/ 390 h 390"/>
                    <ns1:gd name="T12" fmla="*/ 11 w 94"/>
                    <ns1:gd name="T13" fmla="*/ 390 h 390"/>
                    <ns1:gd name="T14" fmla="*/ 11 w 94"/>
                    <ns1:gd name="T15" fmla="*/ 390 h 390"/>
                    <ns1:gd name="T16" fmla="*/ 0 w 94"/>
                    <ns1:gd name="T17" fmla="*/ 177 h 390"/>
                    <ns1:gd name="T18" fmla="*/ 0 w 94"/>
                    <ns1:gd name="T19" fmla="*/ 177 h 390"/>
                    <ns1:gd name="T20" fmla="*/ 2 w 94"/>
                    <ns1:gd name="T21" fmla="*/ 175 h 390"/>
                    <ns1:gd name="T22" fmla="*/ 7 w 94"/>
                    <ns1:gd name="T23" fmla="*/ 172 h 390"/>
                    <ns1:gd name="T24" fmla="*/ 7 w 94"/>
                    <ns1:gd name="T25" fmla="*/ 170 h 390"/>
                    <ns1:gd name="T26" fmla="*/ 7 w 94"/>
                    <ns1:gd name="T27" fmla="*/ 165 h 390"/>
                    <ns1:gd name="T28" fmla="*/ 7 w 94"/>
                    <ns1:gd name="T29" fmla="*/ 165 h 390"/>
                    <ns1:gd name="T30" fmla="*/ 7 w 94"/>
                    <ns1:gd name="T31" fmla="*/ 161 h 390"/>
                    <ns1:gd name="T32" fmla="*/ 2 w 94"/>
                    <ns1:gd name="T33" fmla="*/ 156 h 390"/>
                    <ns1:gd name="T34" fmla="*/ 89 w 94"/>
                    <ns1:gd name="T35" fmla="*/ 0 h 390"/>
                    <ns1:gd name="T36" fmla="*/ 89 w 94"/>
                    <ns1:gd name="T37" fmla="*/ 0 h 390"/>
                    <ns1:gd name="T38" fmla="*/ 89 w 94"/>
                    <ns1:gd name="T39" fmla="*/ 0 h 3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94" h="390">
                      <ns1:moveTo>
                        <ns1:pt x="89" y="0"/>
                      </ns1:moveTo>
                      <ns1:lnTo>
                        <ns1:pt x="89" y="0"/>
                      </ns1:lnTo>
                      <ns1:lnTo>
                        <ns1:pt x="94" y="2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0" y="177"/>
                      </ns1:lnTo>
                      <ns1:lnTo>
                        <ns1:pt x="0" y="177"/>
                      </ns1:lnTo>
                      <ns1:lnTo>
                        <ns1:pt x="2" y="175"/>
                      </ns1:lnTo>
                      <ns1:lnTo>
                        <ns1:pt x="7" y="172"/>
                      </ns1:lnTo>
                      <ns1:lnTo>
                        <ns1:pt x="7" y="170"/>
                      </ns1:lnTo>
                      <ns1:lnTo>
                        <ns1:pt x="7" y="165"/>
                      </ns1:lnTo>
                      <ns1:lnTo>
                        <ns1:pt x="7" y="165"/>
                      </ns1:lnTo>
                      <ns1:lnTo>
                        <ns1:pt x="7" y="161"/>
                      </ns1:lnTo>
                      <ns1:lnTo>
                        <ns1:pt x="2" y="156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4" name="Freeform 77">
                  <ns1:extLst>
                    <ns1:ext uri="{FF2B5EF4-FFF2-40B4-BE49-F238E27FC236}">
                      <ns2:creationId id="{7997CA54-A9EA-412E-9F2F-CBC9D0A7F98D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25800" y="4618038"/>
                  <ns1:ext cx="1143000" cy="644525"/>
                </ns1:xfrm>
                <ns1:custGeom>
                  <ns1:avLst/>
                  <ns1:gdLst>
                    <ns1:gd name="T0" fmla="*/ 87 w 720"/>
                    <ns1:gd name="T1" fmla="*/ 0 h 406"/>
                    <ns1:gd name="T2" fmla="*/ 720 w 720"/>
                    <ns1:gd name="T3" fmla="*/ 274 h 406"/>
                    <ns1:gd name="T4" fmla="*/ 0 w 720"/>
                    <ns1:gd name="T5" fmla="*/ 406 h 4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720" h="406">
                      <ns1:moveTo>
                        <ns1:pt x="87" y="0"/>
                      </ns1:moveTo>
                      <ns1:lnTo>
                        <ns1:pt x="720" y="274"/>
                      </ns1:lnTo>
                      <ns1:lnTo>
                        <ns1:pt x="0" y="40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5" name="Freeform 78">
                  <ns1:extLst>
                    <ns1:ext uri="{FF2B5EF4-FFF2-40B4-BE49-F238E27FC236}">
                      <ns2:creationId id="{338C4DF7-A60B-474F-8878-D59285BF1709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636838" y="4006850"/>
                  <ns1:ext cx="1604963" cy="1042988"/>
                </ns1:xfrm>
                <ns1:custGeom>
                  <ns1:avLst/>
                  <ns1:gdLst>
                    <ns1:gd name="T0" fmla="*/ 0 w 1011"/>
                    <ns1:gd name="T1" fmla="*/ 47 h 657"/>
                    <ns1:gd name="T2" fmla="*/ 340 w 1011"/>
                    <ns1:gd name="T3" fmla="*/ 657 h 657"/>
                    <ns1:gd name="T4" fmla="*/ 451 w 1011"/>
                    <ns1:gd name="T5" fmla="*/ 0 h 657"/>
                    <ns1:gd name="T6" fmla="*/ 845 w 1011"/>
                    <ns1:gd name="T7" fmla="*/ 199 h 657"/>
                    <ns1:gd name="T8" fmla="*/ 340 w 1011"/>
                    <ns1:gd name="T9" fmla="*/ 654 h 657"/>
                    <ns1:gd name="T10" fmla="*/ 1011 w 1011"/>
                    <ns1:gd name="T11" fmla="*/ 572 h 65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011" h="657">
                      <ns1:moveTo>
                        <ns1:pt x="0" y="47"/>
                      </ns1:moveTo>
                      <ns1:lnTo>
                        <ns1:pt x="340" y="657"/>
                      </ns1:lnTo>
                      <ns1:lnTo>
                        <ns1:pt x="451" y="0"/>
                      </ns1:lnTo>
                      <ns1:lnTo>
                        <ns1:pt x="845" y="199"/>
                      </ns1:lnTo>
                      <ns1:lnTo>
                        <ns1:pt x="340" y="654"/>
                      </ns1:lnTo>
                      <ns1:lnTo>
                        <ns1:pt x="1011" y="572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6" name="Line 79">
                  <ns1:extLst>
                    <ns1:ext uri="{FF2B5EF4-FFF2-40B4-BE49-F238E27FC236}">
                      <ns2:creationId id="{692998F9-C1BB-4FF4-8478-CA328B0E03C3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9838"/>
                  <ns1:ext cx="457200" cy="100488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7" name="Line 80">
                  <ns1:extLst>
                    <ns1:ext uri="{FF2B5EF4-FFF2-40B4-BE49-F238E27FC236}">
                      <ns2:creationId id="{DBAFF66D-5B50-4B65-8269-1CF8DECB27F0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1647825" y="6043613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8" name="Line 81">
                  <ns1:extLst>
                    <ns1:ext uri="{FF2B5EF4-FFF2-40B4-BE49-F238E27FC236}">
                      <ns2:creationId id="{02A421FF-37B2-402F-A52E-BD5A1B330BE9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5075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9" name="Freeform 82">
                  <ns1:extLst>
                    <ns1:ext uri="{FF2B5EF4-FFF2-40B4-BE49-F238E27FC236}">
                      <ns2:creationId id="{0BCF66DB-D87E-45F0-BAB3-807A1CA06C89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097088" y="4006850"/>
                  <ns1:ext cx="985838" cy="1533525"/>
                </ns1:xfrm>
                <ns1:custGeom>
                  <ns1:avLst/>
                  <ns1:gdLst>
                    <ns1:gd name="T0" fmla="*/ 111 w 621"/>
                    <ns1:gd name="T1" fmla="*/ 0 h 966"/>
                    <ns1:gd name="T2" fmla="*/ 0 w 621"/>
                    <ns1:gd name="T3" fmla="*/ 654 h 966"/>
                    <ns1:gd name="T4" fmla="*/ 621 w 621"/>
                    <ns1:gd name="T5" fmla="*/ 966 h 9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621" h="966">
                      <ns1:moveTo>
                        <ns1:pt x="111" y="0"/>
                      </ns1:moveTo>
                      <ns1:lnTo>
                        <ns1:pt x="0" y="654"/>
                      </ns1:lnTo>
                      <ns1:lnTo>
                        <ns1:pt x="621" y="96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40" name="Line 83">
                  <ns1:extLst>
                    <ns1:ext uri="{FF2B5EF4-FFF2-40B4-BE49-F238E27FC236}">
                      <ns2:creationId id="{21586F7F-2298-48C3-B4E3-783D70E061C7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292350" y="5045075"/>
                  <ns1:ext cx="195263" cy="117475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41" name="Line 84">
                  <ns1:extLst>
                    <ns1:ext uri="{FF2B5EF4-FFF2-40B4-BE49-F238E27FC236}">
                      <ns2:creationId id="{A72BD886-3A53-4585-9A0F-A1BB85A71B51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881313" y="5057775"/>
                  <ns1:ext cx="784225" cy="78263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</ns0:grpSp>
        </ns0:grpSp>
        <ns0:pic>
          <ns0:nvPicPr>
            <ns0:cNvPr id="342" name="图片 341" descr="12">
              <ns1:extLst>
                <ns1:ext uri="{FF2B5EF4-FFF2-40B4-BE49-F238E27FC236}">
                  <ns2:creationId id="{88B4F6BB-A9CF-4BFF-A2D2-29673AF23B01}"/>
                </ns1:ext>
              </ns1:extLst>
            </ns0:cNvPr>
            <ns0:cNvPicPr>
              <ns1:picLocks noChangeAspect="1"/>
            </ns0:cNvPicPr>
            <ns0:nvPr/>
          </ns0:nvPicPr>
          <ns0:blipFill>
            <ns1:blip ns3:embed="rId5"/>
            <ns1:stretch>
              <ns1:fillRect/>
            </ns1:stretch>
          </ns0:blipFill>
          <ns0:spPr>
            <ns1:xfrm>
              <ns1:off x="1938455" y="4232028"/>
              <ns1:ext cx="3752272" cy="185709"/>
            </ns1:xfrm>
            <ns1:prstGeom prst="rect">
              <ns1:avLst/>
            </ns1:prstGeom>
          </ns0:spPr>
        </ns0:pic>
        <ns0:sp>
          <ns0:nvSpPr>
            <ns0:cNvPr id="343" name="矩形 342">
              <ns1:extLst>
                <ns1:ext uri="{FF2B5EF4-FFF2-40B4-BE49-F238E27FC236}">
                  <ns2:creationId id="{4B268116-2CB3-4158-B24C-12CD96F9EDB4}"/>
                </ns1:ext>
              </ns1:extLst>
            </ns0:cNvPr>
            <ns0:cNvSpPr/>
            <ns0:nvPr/>
          </ns0:nvSpPr>
          <ns0:spPr>
            <ns1:xfrm>
              <ns1:off x="1047792" y="1842059"/>
              <ns1:ext cx="2044149" cy="400110"/>
            </ns1:xfrm>
            <ns1:prstGeom prst="rect">
              <ns1:avLst/>
            </ns1:prstGeom>
            <ns1:effectLst/>
          </ns0:spPr>
          <ns0:txBody>
            <ns1:bodyPr wrap="none">
              <ns1:spAutoFit/>
            </ns1:bodyPr>
            <ns1:lstStyle/>
            <ns1:p>
              <ns1:pPr marL="0" marR="0" lvl="0" indent="0" algn="ctr" defTabSz="1218346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7700</ns1:t>
              </ns1:r>
              <ns1:r>
                <ns1:rPr kumimoji="0" lang="zh-CN" altLang="en-US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万</ns1:t>
              </ns1:r>
              <ns1:r>
                <ns1:rPr kumimoji="0" lang="en-US" altLang="zh-CN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-&gt;1.55</ns1:t>
              </ns1:r>
              <ns1:r>
                <ns1:rPr kumimoji="0" lang="zh-CN" altLang="en-US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亿</ns1:t>
              </ns1:r>
              <ns1:endParaRPr kumimoji="0" lang="en-US" altLang="zh-CN" sz="2000" b="1" i="0" u="none" strike="noStrike" kern="1200" cap="none" spc="0" normalizeH="0" baseline="0" noProof="0" dirty="0">
                <ns1:ln>
                  <ns1:noFill/>
                </ns1:ln>
                <ns1:solidFill>
                  <ns1:srgbClr val="C00000"/>
                </ns1:solidFill>
                <ns1:effectLst>
                  <ns1:outerShdw blurRad="38100" dist="38100" dir="2700000" algn="tl">
                    <ns1:srgbClr val="000000">
                      <ns1:alpha val="43137"/>
                    </ns1:srgbClr>
                  </ns1:outerShdw>
                </ns1:effectLst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44" name="矩形 343">
              <ns1:extLst>
                <ns1:ext uri="{FF2B5EF4-FFF2-40B4-BE49-F238E27FC236}">
                  <ns2:creationId id="{1E072EE9-8520-4DD2-99E5-D858BE01EAB1}"/>
                </ns1:ext>
              </ns1:extLst>
            </ns0:cNvPr>
            <ns0:cNvSpPr/>
            <ns0:nvPr/>
          </ns0:nvSpPr>
          <ns0:spPr>
            <ns1:xfrm>
              <ns1:off x="3296404" y="1842059"/>
              <ns1:ext cx="856325" cy="400110"/>
            </ns1:xfrm>
            <ns1:prstGeom prst="rect">
              <ns1:avLst/>
            </ns1:prstGeom>
            <ns1:effectLst/>
          </ns0:spPr>
          <ns0:txBody>
            <ns1:bodyPr wrap="none">
              <ns1:spAutoFit/>
            </ns1:bodyPr>
            <ns1:lstStyle/>
            <ns1:p>
              <ns1:pPr marL="0" marR="0" lvl="0" indent="0" algn="ctr" defTabSz="1218346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0</ns1:t>
              </ns1:r>
              <ns1:r>
                <ns1:rPr kumimoji="0" lang="zh-CN" altLang="en-US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中断</ns1:t>
              </ns1:r>
            </ns1:p>
          </ns0:txBody>
        </ns0:sp>
        <ns0:grpSp>
          <ns0:nvGrpSpPr>
            <ns0:cNvPr id="345" name="组合 344">
              <ns1:extLst>
                <ns1:ext uri="{FF2B5EF4-FFF2-40B4-BE49-F238E27FC236}">
                  <ns2:creationId id="{AF4031ED-B8E7-4447-9DE7-9FA7D5045467}"/>
                </ns1:ext>
              </ns1:extLst>
            </ns0:cNvPr>
            <ns0:cNvGrpSpPr/>
            <ns0:nvPr/>
          </ns0:nvGrpSpPr>
          <ns0:grpSpPr>
            <ns1:xfrm>
              <ns1:off x="3169010" y="2371683"/>
              <ns1:ext cx="1140963" cy="701910"/>
              <ns1:chOff x="3026745" y="2371683"/>
              <ns1:chExt cx="1140963" cy="701910"/>
            </ns1:xfrm>
            <ns1:scene3d>
              <ns1:camera prst="orthographicFront">
                <ns1:rot lat="0" lon="0" rev="0"/>
              </ns1:camera>
              <ns1:lightRig rig="contrasting" dir="t">
                <ns1:rot lat="0" lon="0" rev="7800000"/>
              </ns1:lightRig>
            </ns1:scene3d>
          </ns0:grpSpPr>
          <ns0:sp>
            <ns0:nvSpPr>
              <ns0:cNvPr id="346" name="矩形 345">
                <ns1:extLst>
                  <ns1:ext uri="{FF2B5EF4-FFF2-40B4-BE49-F238E27FC236}">
                    <ns2:creationId id="{B94A168F-E2FE-478A-AE94-91FE02F67B1F}"/>
                  </ns1:ext>
                </ns1:extLst>
              </ns0:cNvPr>
              <ns0:cNvSpPr/>
              <ns0:nvPr/>
            </ns0:nvSpPr>
            <ns0:spPr>
              <ns1:xfrm>
                <ns1:off x="3026745" y="2371683"/>
                <ns1:ext cx="1140963" cy="701910"/>
              </ns1:xfrm>
              <ns1:prstGeom prst="rect">
                <ns1:avLst/>
              </ns1:prstGeom>
              <ns1:gradFill flip="none" rotWithShape="1">
                <ns1:gsLst>
                  <ns1:gs pos="0">
                    <ns1:srgbClr val="0070C0"/>
                  </ns1:gs>
                  <ns1:gs pos="46000">
                    <ns1:srgbClr val="0070C0"/>
                  </ns1:gs>
                  <ns1:gs pos="83000">
                    <ns1:srgbClr val="0070C0"/>
                  </ns1:gs>
                  <ns1:gs pos="100000">
                    <ns1:srgbClr val="0070C0"/>
                  </ns1:gs>
                </ns1:gsLst>
                <ns1:lin ang="8100000" scaled="1"/>
                <ns1:tileRect/>
              </ns1:gradFill>
              <ns1:ln>
                <ns1:noFill/>
              </ns1:ln>
              <ns1:effectLst>
                <ns1:softEdge rad="0"/>
              </ns1:effectLst>
              <ns1:sp3d>
                <ns1:bevelT w="139700" h="139700"/>
              </ns1:sp3d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marL="0" marR="0" lvl="0" indent="0" algn="ctr" defTabSz="914478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1800" b="0" i="0" u="none" strike="noStrike" kern="1200" cap="none" spc="0" normalizeH="0" baseline="0" noProof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347" name="矩形 346">
                <ns1:extLst>
                  <ns1:ext uri="{FF2B5EF4-FFF2-40B4-BE49-F238E27FC236}">
                    <ns2:creationId id="{8394B765-9835-4CFC-BEE2-AFEA7556494B}"/>
                  </ns1:ext>
                </ns1:extLst>
              </ns0:cNvPr>
              <ns0:cNvSpPr/>
              <ns0:nvPr/>
            </ns0:nvSpPr>
            <ns0:spPr>
              <ns1:xfrm>
                <ns1:off x="3095060" y="2461156"/>
                <ns1:ext cx="1004332" cy="522964"/>
              </ns1:xfrm>
              <ns1:prstGeom prst="rect">
                <ns1:avLst/>
              </ns1:prstGeom>
              <ns1:ln>
                <ns1:noFill/>
              </ns1:ln>
              <ns1:effectLst/>
              <ns1:sp3d>
                <ns1:bevelT w="139700" h="139700"/>
              </ns1:sp3d>
            </ns0:spPr>
            <ns0:txBody>
              <ns1:bodyPr wrap="square">
                <ns1:spAutoFit/>
              </ns1:bodyPr>
              <ns1:lstStyle/>
              <ns1:p>
                <ns1:pPr marL="0" marR="0" lvl="0" indent="0" algn="ctr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r>
                  <ns1:rPr kumimoji="0" lang="zh-CN" altLang="en-US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业务系统</ns1:t>
                </ns1:r>
                <ns1:r>
                  <ns1:rPr kumimoji="0" lang="en-US" altLang="zh-CN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7*24</ns1:t>
                </ns1:r>
                <ns1:r>
                  <ns1:rPr kumimoji="0" lang="zh-CN" altLang="en-US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在线</ns1:t>
                </ns1:r>
                <ns1:endPara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</ns0:grpSp>
        <ns0:grpSp>
          <ns0:nvGrpSpPr>
            <ns0:cNvPr id="348" name="组合 347">
              <ns1:extLst>
                <ns1:ext uri="{FF2B5EF4-FFF2-40B4-BE49-F238E27FC236}">
                  <ns2:creationId id="{DB293336-3F28-4EFC-BFA7-A7DB0D76112D}"/>
                </ns1:ext>
              </ns1:extLst>
            </ns0:cNvPr>
            <ns0:cNvGrpSpPr/>
            <ns0:nvPr/>
          </ns0:nvGrpSpPr>
          <ns0:grpSpPr>
            <ns1:xfrm>
              <ns1:off x="4945089" y="2371683"/>
              <ns1:ext cx="1140963" cy="701910"/>
              <ns1:chOff x="4945089" y="2371683"/>
              <ns1:chExt cx="1140963" cy="701910"/>
            </ns1:xfrm>
            <ns1:scene3d>
              <ns1:camera prst="orthographicFront">
                <ns1:rot lat="0" lon="0" rev="0"/>
              </ns1:camera>
              <ns1:lightRig rig="contrasting" dir="t">
                <ns1:rot lat="0" lon="0" rev="7800000"/>
              </ns1:lightRig>
            </ns1:scene3d>
          </ns0:grpSpPr>
          <ns0:sp>
            <ns0:nvSpPr>
              <ns0:cNvPr id="349" name="矩形 348">
                <ns1:extLst>
                  <ns1:ext uri="{FF2B5EF4-FFF2-40B4-BE49-F238E27FC236}">
                    <ns2:creationId id="{479B680A-D044-4A28-982E-30ACD3E6E494}"/>
                  </ns1:ext>
                </ns1:extLst>
              </ns0:cNvPr>
              <ns0:cNvSpPr/>
              <ns0:nvPr/>
            </ns0:nvSpPr>
            <ns0:spPr>
              <ns1:xfrm>
                <ns1:off x="4945089" y="2371683"/>
                <ns1:ext cx="1140963" cy="701910"/>
              </ns1:xfrm>
              <ns1:prstGeom prst="rect">
                <ns1:avLst/>
              </ns1:prstGeom>
              <ns1:gradFill flip="none" rotWithShape="1">
                <ns1:gsLst>
                  <ns1:gs pos="0">
                    <ns1:srgbClr val="0070C0"/>
                  </ns1:gs>
                  <ns1:gs pos="46000">
                    <ns1:srgbClr val="0070C0"/>
                  </ns1:gs>
                  <ns1:gs pos="83000">
                    <ns1:srgbClr val="0070C0"/>
                  </ns1:gs>
                  <ns1:gs pos="100000">
                    <ns1:srgbClr val="0070C0"/>
                  </ns1:gs>
                </ns1:gsLst>
                <ns1:lin ang="8100000" scaled="1"/>
                <ns1:tileRect/>
              </ns1:gradFill>
              <ns1:ln>
                <ns1:noFill/>
              </ns1:ln>
              <ns1:effectLst>
                <ns1:softEdge rad="0"/>
              </ns1:effectLst>
              <ns1:sp3d>
                <ns1:bevelT w="139700" h="139700"/>
              </ns1:sp3d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marL="0" marR="0" lvl="0" indent="0" algn="ctr" defTabSz="914478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1800" b="0" i="0" u="none" strike="noStrike" kern="1200" cap="none" spc="0" normalizeH="0" baseline="0" noProof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350" name="矩形 349">
                <ns1:extLst>
                  <ns1:ext uri="{FF2B5EF4-FFF2-40B4-BE49-F238E27FC236}">
                    <ns2:creationId id="{9E719FD4-5984-4A2F-8C4C-0043466CE29F}"/>
                  </ns1:ext>
                </ns1:extLst>
              </ns0:cNvPr>
              <ns0:cNvSpPr/>
              <ns0:nvPr/>
            </ns0:nvSpPr>
            <ns0:spPr>
              <ns1:xfrm>
                <ns1:off x="4978537" y="2461156"/>
                <ns1:ext cx="1074067" cy="522964"/>
              </ns1:xfrm>
              <ns1:prstGeom prst="rect">
                <ns1:avLst/>
              </ns1:prstGeom>
              <ns1:ln>
                <ns1:noFill/>
              </ns1:ln>
              <ns1:effectLst/>
              <ns1:sp3d>
                <ns1:bevelT w="139700" h="139700"/>
              </ns1:sp3d>
            </ns0:spPr>
            <ns0:txBody>
              <ns1:bodyPr wrap="square">
                <ns1:spAutoFit/>
              </ns1:bodyPr>
              <ns1:lstStyle/>
              <ns1:p>
                <ns1:pPr marL="0" marR="0" lvl="0" indent="0" algn="ctr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r>
                  <ns1:rPr kumimoji="0" lang="zh-CN" altLang="en-US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构建绿色智能基础设施</ns1:t>
                </ns1:r>
                <ns1:endPara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351" name="矩形 350">
              <ns1:extLst>
                <ns1:ext uri="{FF2B5EF4-FFF2-40B4-BE49-F238E27FC236}">
                  <ns2:creationId id="{733AC3BF-5AE3-4970-9F81-8FE23E44FAE1}"/>
                </ns1:ext>
              </ns1:extLst>
            </ns0:cNvPr>
            <ns0:cNvSpPr/>
            <ns0:nvPr/>
          </ns0:nvSpPr>
          <ns0:spPr>
            <ns1:xfrm>
              <ns1:off x="4889685" y="1842059"/>
              <ns1:ext cx="1210588" cy="400110"/>
            </ns1:xfrm>
            <ns1:prstGeom prst="rect">
              <ns1:avLst/>
            </ns1:prstGeom>
            <ns1:effectLst/>
          </ns0:spPr>
          <ns0:txBody>
            <ns1:bodyPr wrap="none">
              <ns1:spAutoFit/>
            </ns1:bodyPr>
            <ns1:lstStyle/>
            <ns1:p>
              <ns1:pPr marL="0" marR="0" lvl="0" indent="0" algn="ctr" defTabSz="1218346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节能降耗</ns1:t>
              </ns1:r>
            </ns1:p>
          </ns0:txBody>
        </ns0:sp>
        <ns0:sp>
          <ns0:nvSpPr>
            <ns0:cNvPr id="352" name="矩形 351">
              <ns1:extLst>
                <ns1:ext uri="{FF2B5EF4-FFF2-40B4-BE49-F238E27FC236}">
                  <ns2:creationId id="{9E433360-9488-480F-B763-A36600202C4B}"/>
                </ns1:ext>
              </ns1:extLst>
            </ns0:cNvPr>
            <ns0:cNvSpPr/>
            <ns0:nvPr/>
          </ns0:nvSpPr>
          <ns0:spPr>
            <ns1:xfrm>
              <ns1:off x="1547426" y="6036878"/>
              <ns1:ext cx="4132863" cy="338554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600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华为</ns1:t>
              </ns1:r>
              <ns1:r>
                <ns1:rPr kumimoji="0" lang="en-US" altLang="zh-CN" sz="1600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OceanStor</ns1:t>
              </ns1:r>
              <ns1:r>
                <ns1:rPr kumimoji="0" lang="zh-CN" altLang="en-US" sz="1600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全闪存两地三中心解决方案</ns1:t>
              </ns1:r>
              <ns1:endParaRPr kumimoji="0" lang="en-US" altLang="zh-CN" sz="1600" b="1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pic>
          <ns0:nvPicPr>
            <ns0:cNvPr id="353" name="图片 352" descr="12">
              <ns1:extLst>
                <ns1:ext uri="{FF2B5EF4-FFF2-40B4-BE49-F238E27FC236}">
                  <ns2:creationId id="{1B42F8CF-38F9-4E26-A83F-A26CD187DFDA}"/>
                </ns1:ext>
              </ns1:extLst>
            </ns0:cNvPr>
            <ns0:cNvPicPr>
              <ns1:picLocks noChangeAspect="1"/>
            </ns0:cNvPicPr>
            <ns0:nvPr/>
          </ns0:nvPicPr>
          <ns0:blipFill>
            <ns1:blip ns3:embed="rId5"/>
            <ns1:stretch>
              <ns1:fillRect/>
            </ns1:stretch>
          </ns0:blipFill>
          <ns0:spPr>
            <ns1:xfrm rot="20323043">
              <ns1:off x="3762254" y="5230779"/>
              <ns1:ext cx="1741586" cy="188506"/>
            </ns1:xfrm>
            <ns1:prstGeom prst="rect">
              <ns1:avLst/>
            </ns1:prstGeom>
          </ns0:spPr>
        </ns0:pic>
        <ns0:sp>
          <ns0:nvSpPr>
            <ns0:cNvPr id="354" name="矩形 353">
              <ns1:extLst>
                <ns1:ext uri="{FF2B5EF4-FFF2-40B4-BE49-F238E27FC236}">
                  <ns2:creationId id="{62A4D987-32AA-4EE7-96CE-B388B0632625}"/>
                </ns1:ext>
              </ns1:extLst>
            </ns0:cNvPr>
            <ns0:cNvSpPr/>
            <ns0:nvPr/>
          </ns0:nvSpPr>
          <ns0:spPr>
            <ns1:xfrm>
              <ns1:off x="3440218" y="3989583"/>
              <ns1:ext cx="694421" cy="276999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1200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AA</ns1:t>
              </ns1:r>
              <ns1:r>
                <ns1:rPr kumimoji="0" lang="zh-CN" altLang="en-US" sz="1200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双活</ns1:t>
              </ns1:r>
              <ns1:endParaRPr kumimoji="0" lang="en-US" altLang="zh-CN" sz="1200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55" name="矩形 354">
              <ns1:extLst>
                <ns1:ext uri="{FF2B5EF4-FFF2-40B4-BE49-F238E27FC236}">
                  <ns2:creationId id="{077B6161-DFBA-4FDF-AFC5-7F4C56F1B778}"/>
                </ns1:ext>
              </ns1:extLst>
            </ns0:cNvPr>
            <ns0:cNvSpPr/>
            <ns0:nvPr/>
          </ns0:nvSpPr>
          <ns0:spPr>
            <ns1:xfrm rot="20290603">
              <ns1:off x="4060999" y="5031157"/>
              <ns1:ext cx="800219" cy="276999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200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远程复制</ns1:t>
              </ns1:r>
              <ns1:endParaRPr kumimoji="0" lang="en-US" altLang="zh-CN" sz="1200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56" name="矩形 355">
              <ns1:extLst>
                <ns1:ext uri="{FF2B5EF4-FFF2-40B4-BE49-F238E27FC236}">
                  <ns2:creationId id="{9E0CE63A-15F5-4101-9F04-F9AD9FACF4E9}"/>
                </ns1:ext>
              </ns1:extLst>
            </ns0:cNvPr>
            <ns0:cNvSpPr/>
            <ns0:nvPr/>
          </ns0:nvSpPr>
          <ns0:spPr>
            <ns1:xfrm>
              <ns1:off x="862180" y="4823926"/>
              <ns1:ext cx="822130" cy="276963"/>
            </ns1:xfrm>
            <ns1:prstGeom prst="rect">
              <ns1:avLst/>
            </ns1:prstGeom>
            <ns1:noFill/>
          </ns0:spPr>
          <ns0:txBody>
            <ns1:bodyPr wrap="square" lIns="91404" tIns="45702" rIns="91404" bIns="45702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1200" b="0" i="0" u="none" strike="noStrike" kern="120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NVMe</ns1:t>
              </ns1:r>
              <ns1:endParaRPr kumimoji="0" lang="zh-CN" altLang="en-US" sz="12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grpSp>
          <ns0:nvGrpSpPr>
            <ns0:cNvPr id="357" name="组合 356">
              <ns1:extLst>
                <ns1:ext uri="{FF2B5EF4-FFF2-40B4-BE49-F238E27FC236}">
                  <ns2:creationId id="{6FEE60AC-9499-4C7E-B50B-2D233282BCC7}"/>
                </ns1:ext>
              </ns1:extLst>
            </ns0:cNvPr>
            <ns0:cNvGrpSpPr/>
            <ns0:nvPr/>
          </ns0:nvGrpSpPr>
          <ns0:grpSpPr>
            <ns1:xfrm>
              <ns1:off x="1392931" y="2371683"/>
              <ns1:ext cx="1140963" cy="701910"/>
              <ns1:chOff x="1392931" y="2371683"/>
              <ns1:chExt cx="1140963" cy="701910"/>
            </ns1:xfrm>
            <ns1:scene3d>
              <ns1:camera prst="orthographicFront">
                <ns1:rot lat="0" lon="0" rev="0"/>
              </ns1:camera>
              <ns1:lightRig rig="contrasting" dir="t">
                <ns1:rot lat="0" lon="0" rev="7800000"/>
              </ns1:lightRig>
            </ns1:scene3d>
          </ns0:grpSpPr>
          <ns0:sp>
            <ns0:nvSpPr>
              <ns0:cNvPr id="358" name="矩形 357">
                <ns1:extLst>
                  <ns1:ext uri="{FF2B5EF4-FFF2-40B4-BE49-F238E27FC236}">
                    <ns2:creationId id="{A095F9AD-6231-43DA-B940-CED7DC28AE95}"/>
                  </ns1:ext>
                </ns1:extLst>
              </ns0:cNvPr>
              <ns0:cNvSpPr/>
              <ns0:nvPr/>
            </ns0:nvSpPr>
            <ns0:spPr>
              <ns1:xfrm>
                <ns1:off x="1392931" y="2371683"/>
                <ns1:ext cx="1140963" cy="701910"/>
              </ns1:xfrm>
              <ns1:prstGeom prst="rect">
                <ns1:avLst/>
              </ns1:prstGeom>
              <ns1:gradFill flip="none" rotWithShape="1">
                <ns1:gsLst>
                  <ns1:gs pos="0">
                    <ns1:srgbClr val="0070C0"/>
                  </ns1:gs>
                  <ns1:gs pos="46000">
                    <ns1:srgbClr val="0070C0"/>
                  </ns1:gs>
                  <ns1:gs pos="83000">
                    <ns1:srgbClr val="0070C0"/>
                  </ns1:gs>
                  <ns1:gs pos="100000">
                    <ns1:srgbClr val="0070C0"/>
                  </ns1:gs>
                </ns1:gsLst>
                <ns1:lin ang="8100000" scaled="1"/>
                <ns1:tileRect/>
              </ns1:gradFill>
              <ns1:ln>
                <ns1:noFill/>
              </ns1:ln>
              <ns1:effectLst>
                <ns1:softEdge rad="0"/>
              </ns1:effectLst>
              <ns1:sp3d>
                <ns1:bevelT w="139700" h="139700"/>
              </ns1:sp3d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marL="0" marR="0" lvl="0" indent="0" algn="ctr" defTabSz="914478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1800" b="0" i="0" u="none" strike="noStrike" kern="1200" cap="none" spc="0" normalizeH="0" baseline="0" noProof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359" name="矩形 358">
                <ns1:extLst>
                  <ns1:ext uri="{FF2B5EF4-FFF2-40B4-BE49-F238E27FC236}">
                    <ns2:creationId id="{D0849474-4D39-41DB-83FC-A5C39FC8B3EA}"/>
                  </ns1:ext>
                </ns1:extLst>
              </ns0:cNvPr>
              <ns0:cNvSpPr/>
              <ns0:nvPr/>
            </ns0:nvSpPr>
            <ns0:spPr>
              <ns1:xfrm>
                <ns1:off x="1415532" y="2461156"/>
                <ns1:ext cx="1095761" cy="522964"/>
              </ns1:xfrm>
              <ns1:prstGeom prst="rect">
                <ns1:avLst/>
              </ns1:prstGeom>
              <ns1:ln>
                <ns1:noFill/>
              </ns1:ln>
              <ns1:effectLst/>
              <ns1:sp3d>
                <ns1:bevelT w="139700" h="139700"/>
              </ns1:sp3d>
            </ns0:spPr>
            <ns0:txBody>
              <ns1:bodyPr wrap="square">
                <ns1:spAutoFit/>
              </ns1:bodyPr>
              <ns1:lstStyle/>
              <ns1:p>
                <ns1:pPr marL="0" marR="0" lvl="0" indent="0" algn="ctr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r>
                  <ns1:rPr kumimoji="0" lang="zh-CN" altLang="en-US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未来</ns1:t>
                </ns1:r>
                <ns1:r>
                  <ns1:rPr kumimoji="0" lang="en-US" altLang="zh-CN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5</ns1:t>
                </ns1:r>
                <ns1:r>
                  <ns1:rPr kumimoji="0" lang="zh-CN" altLang="en-US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年信用卡数量</ns1:t>
                </ns1:r>
              </ns1:p>
            </ns0:txBody>
          </ns0:sp>
        </ns0:grpSp>
        <ns0:sp>
          <ns0:nvSpPr>
            <ns0:cNvPr id="360" name="矩形 359">
              <ns1:extLst>
                <ns1:ext uri="{FF2B5EF4-FFF2-40B4-BE49-F238E27FC236}">
                  <ns2:creationId id="{15F240EF-4D0C-4EA5-B2BC-251653610118}"/>
                </ns1:ext>
              </ns1:extLst>
            </ns0:cNvPr>
            <ns0:cNvSpPr/>
            <ns0:nvPr/>
          </ns0:nvSpPr>
          <ns0:spPr>
            <ns1:xfrm>
              <ns1:off x="5813372" y="4786298"/>
              <ns1:ext cx="812545" cy="276963"/>
            </ns1:xfrm>
            <ns1:prstGeom prst="rect">
              <ns1:avLst/>
            </ns1:prstGeom>
            <ns1:noFill/>
          </ns0:spPr>
          <ns0:txBody>
            <ns1:bodyPr wrap="square" lIns="91404" tIns="45702" rIns="91404" bIns="45702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1200" b="0" i="0" u="none" strike="noStrike" kern="120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NVMe</ns1:t>
              </ns1:r>
              <ns1:endParaRPr kumimoji="0" lang="zh-CN" altLang="en-US" sz="12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61" name="矩形 360">
              <ns1:extLst>
                <ns1:ext uri="{FF2B5EF4-FFF2-40B4-BE49-F238E27FC236}">
                  <ns2:creationId id="{33851C57-AB5F-4C06-B8B4-C20DFDF4CF89}"/>
                </ns1:ext>
              </ns1:extLst>
            </ns0:cNvPr>
            <ns0:cNvSpPr/>
            <ns0:nvPr/>
          </ns0:nvSpPr>
          <ns0:spPr>
            <ns1:xfrm>
              <ns1:off x="2661455" y="5446970"/>
              <ns1:ext cx="812545" cy="276963"/>
            </ns1:xfrm>
            <ns1:prstGeom prst="rect">
              <ns1:avLst/>
            </ns1:prstGeom>
            <ns1:noFill/>
          </ns0:spPr>
          <ns0:txBody>
            <ns1:bodyPr wrap="square" lIns="91404" tIns="45702" rIns="91404" bIns="45702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1200" b="0" i="0" u="none" strike="noStrike" kern="120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NVMe</ns1:t>
              </ns1:r>
              <ns1:endParaRPr kumimoji="0" lang="zh-CN" altLang="en-US" sz="12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62" name="矩形 361">
              <ns1:extLst>
                <ns1:ext uri="{FF2B5EF4-FFF2-40B4-BE49-F238E27FC236}">
                  <ns2:creationId id="{47E6C611-4DB8-46AD-A0EE-023B3DB11237}"/>
                </ns1:ext>
              </ns1:extLst>
            </ns0:cNvPr>
            <ns0:cNvSpPr/>
            <ns0:nvPr/>
          </ns0:nvSpPr>
          <ns0:spPr>
            <ns1:xfrm>
              <ns1:off x="2963799" y="3247343"/>
              <ns1:ext cx="1799790" cy="369188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ctr" defTabSz="1218418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799" b="1" i="0" u="none" strike="noStrike" kern="1200" cap="none" spc="0" normalizeH="0" baseline="0" noProof="0" dirty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信用卡核心系统</ns1:t>
              </ns1:r>
            </ns1:p>
          </ns0:txBody>
        </ns0:sp>
        <ns0:pic>
          <ns0:nvPicPr>
            <ns0:cNvPr id="392" name="图片 391">
              <ns1:extLst>
                <ns1:ext uri="{FF2B5EF4-FFF2-40B4-BE49-F238E27FC236}">
                  <ns2:creationId id="{1A7D08AE-61CD-4C62-80DE-EA153B87331F}"/>
                </ns1:ext>
              </ns1:extLst>
            </ns0:cNvPr>
            <ns0:cNvPicPr>
              <ns1:picLocks noChangeAspect="1"/>
            </ns0:cNvPicPr>
            <ns0:nvPr/>
          </ns0:nvPicPr>
          <ns0:blipFill rotWithShape="1">
            <ns1:blip ns3:embed="rId6" cstate="print">
              <ns1:extLst>
                <ns1:ext uri="{28A0092B-C50C-407E-A947-70E740481C1C}">
                  <ns4:useLocalDpi val="0"/>
                </ns1:ext>
              </ns1:extLst>
            </ns1:blip>
            <ns1:srcRect l="41275" r="32842"/>
            <ns1:stretch/>
          </ns0:blipFill>
          <ns0:spPr>
            <ns1:xfrm>
              <ns1:off x="1509310" y="3619988"/>
              <ns1:ext cx="572098" cy="1800000"/>
            </ns1:xfrm>
            <ns1:prstGeom prst="rect">
              <ns1:avLst/>
            </ns1:prstGeom>
          </ns0:spPr>
        </ns0:pic>
        <ns0:grpSp>
          <ns0:nvGrpSpPr>
            <ns0:cNvPr id="393" name="组合 112">
              <ns1:extLst>
                <ns1:ext uri="{FF2B5EF4-FFF2-40B4-BE49-F238E27FC236}">
                  <ns2:creationId id="{66B2C0A9-B4C5-4EB7-93B8-9B47E292271F}"/>
                </ns1:ext>
              </ns1:extLst>
            </ns0:cNvPr>
            <ns0:cNvGrpSpPr/>
            <ns0:nvPr/>
          </ns0:nvGrpSpPr>
          <ns0:grpSpPr>
            <ns1:xfrm>
              <ns1:off x="2733346" y="5577424"/>
              <ns1:ext cx="1727763" cy="355509"/>
              <ns1:chOff x="1057027" y="4747826"/>
              <ns1:chExt cx="5075277" cy="1001466"/>
            </ns1:xfrm>
          </ns0:grpSpPr>
          <ns0:pic>
            <ns0:nvPicPr>
              <ns0:cNvPr id="394" name="图片 334">
                <ns1:extLst>
                  <ns1:ext uri="{FF2B5EF4-FFF2-40B4-BE49-F238E27FC236}">
                    <ns2:creationId id="{A461080E-141F-49E0-8C77-4CB9AAE7415F}"/>
                  </ns1:ext>
                </ns1:extLst>
              </ns0:cNvPr>
              <ns0:cNvPicPr>
                <ns1:picLocks noChangeAspect="1"/>
              </ns0:cNvPicPr>
              <ns0:nvPr/>
            </ns0:nvPicPr>
            <ns0:blipFill>
              <ns1:blip ns3:embed="rId4" cstate="print">
                <ns1:extLst>
                  <ns1:ext uri="{28A0092B-C50C-407E-A947-70E740481C1C}">
                    <ns4:useLocalDpi val="0"/>
                  </ns1:ext>
                </ns1:extLst>
              </ns1:blip>
              <ns1:stretch>
                <ns1:fillRect/>
              </ns1:stretch>
            </ns0:blipFill>
            <ns0:spPr>
              <ns1:xfrm>
                <ns1:off x="1057027" y="4747826"/>
                <ns1:ext cx="5075277" cy="1001466"/>
              </ns1:xfrm>
              <ns1:prstGeom prst="rect">
                <ns1:avLst/>
              </ns1:prstGeom>
            </ns0:spPr>
          </ns0:pic>
          <ns0:grpSp>
            <ns0:nvGrpSpPr>
              <ns0:cNvPr id="395" name="组合 194">
                <ns1:extLst>
                  <ns1:ext uri="{FF2B5EF4-FFF2-40B4-BE49-F238E27FC236}">
                    <ns2:creationId id="{6DED5158-B8ED-4930-A1ED-704AE5CF3B12}"/>
                  </ns1:ext>
                </ns1:extLst>
              </ns0:cNvPr>
              <ns0:cNvGrpSpPr/>
              <ns0:nvPr/>
            </ns0:nvGrpSpPr>
            <ns0:grpSpPr>
              <ns1:xfrm>
                <ns1:off x="2352811" y="5040974"/>
                <ns1:ext cx="2386836" cy="333035"/>
                <ns1:chOff x="-3260725" y="3905250"/>
                <ns1:chExt cx="2325688" cy="2336800"/>
              </ns1:xfrm>
            </ns0:grpSpPr>
            <ns0:sp>
              <ns0:nvSpPr>
                <ns0:cNvPr id="396" name="Freeform 63">
                  <ns1:extLst>
                    <ns1:ext uri="{FF2B5EF4-FFF2-40B4-BE49-F238E27FC236}">
                      <ns2:creationId id="{E96F5F0A-7D6E-451D-8A71-A0CCA52844F2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60725" y="3905250"/>
                  <ns1:ext cx="2325688" cy="2336800"/>
                </ns1:xfrm>
                <ns1:custGeom>
                  <ns1:avLst/>
                  <ns1:gdLst>
                    <ns1:gd name="T0" fmla="*/ 22 w 1465"/>
                    <ns1:gd name="T1" fmla="*/ 837 h 1472"/>
                    <ns1:gd name="T2" fmla="*/ 15 w 1465"/>
                    <ns1:gd name="T3" fmla="*/ 846 h 1472"/>
                    <ns1:gd name="T4" fmla="*/ 26 w 1465"/>
                    <ns1:gd name="T5" fmla="*/ 855 h 1472"/>
                    <ns1:gd name="T6" fmla="*/ 71 w 1465"/>
                    <ns1:gd name="T7" fmla="*/ 1061 h 1472"/>
                    <ns1:gd name="T8" fmla="*/ 64 w 1465"/>
                    <ns1:gd name="T9" fmla="*/ 1073 h 1472"/>
                    <ns1:gd name="T10" fmla="*/ 69 w 1465"/>
                    <ns1:gd name="T11" fmla="*/ 1082 h 1472"/>
                    <ns1:gd name="T12" fmla="*/ 78 w 1465"/>
                    <ns1:gd name="T13" fmla="*/ 1082 h 1472"/>
                    <ns1:gd name="T14" fmla="*/ 355 w 1465"/>
                    <ns1:gd name="T15" fmla="*/ 1406 h 1472"/>
                    <ns1:gd name="T16" fmla="*/ 362 w 1465"/>
                    <ns1:gd name="T17" fmla="*/ 1415 h 1472"/>
                    <ns1:gd name="T18" fmla="*/ 371 w 1465"/>
                    <ns1:gd name="T19" fmla="*/ 1415 h 1472"/>
                    <ns1:gd name="T20" fmla="*/ 593 w 1465"/>
                    <ns1:gd name="T21" fmla="*/ 1434 h 1472"/>
                    <ns1:gd name="T22" fmla="*/ 605 w 1465"/>
                    <ns1:gd name="T23" fmla="*/ 1453 h 1472"/>
                    <ns1:gd name="T24" fmla="*/ 624 w 1465"/>
                    <ns1:gd name="T25" fmla="*/ 1448 h 1472"/>
                    <ns1:gd name="T26" fmla="*/ 827 w 1465"/>
                    <ns1:gd name="T27" fmla="*/ 1463 h 1472"/>
                    <ns1:gd name="T28" fmla="*/ 837 w 1465"/>
                    <ns1:gd name="T29" fmla="*/ 1472 h 1472"/>
                    <ns1:gd name="T30" fmla="*/ 846 w 1465"/>
                    <ns1:gd name="T31" fmla="*/ 1467 h 1472"/>
                    <ns1:gd name="T32" fmla="*/ 1250 w 1465"/>
                    <ns1:gd name="T33" fmla="*/ 1264 h 1472"/>
                    <ns1:gd name="T34" fmla="*/ 1252 w 1465"/>
                    <ns1:gd name="T35" fmla="*/ 1264 h 1472"/>
                    <ns1:gd name="T36" fmla="*/ 1252 w 1465"/>
                    <ns1:gd name="T37" fmla="*/ 1264 h 1472"/>
                    <ns1:gd name="T38" fmla="*/ 1349 w 1465"/>
                    <ns1:gd name="T39" fmla="*/ 1101 h 1472"/>
                    <ns1:gd name="T40" fmla="*/ 1368 w 1465"/>
                    <ns1:gd name="T41" fmla="*/ 1094 h 1472"/>
                    <ns1:gd name="T42" fmla="*/ 1385 w 1465"/>
                    <ns1:gd name="T43" fmla="*/ 1073 h 1472"/>
                    <ns1:gd name="T44" fmla="*/ 1380 w 1465"/>
                    <ns1:gd name="T45" fmla="*/ 1049 h 1472"/>
                    <ns1:gd name="T46" fmla="*/ 1451 w 1465"/>
                    <ns1:gd name="T47" fmla="*/ 867 h 1472"/>
                    <ns1:gd name="T48" fmla="*/ 1463 w 1465"/>
                    <ns1:gd name="T49" fmla="*/ 865 h 1472"/>
                    <ns1:gd name="T50" fmla="*/ 1463 w 1465"/>
                    <ns1:gd name="T51" fmla="*/ 853 h 1472"/>
                    <ns1:gd name="T52" fmla="*/ 1455 w 1465"/>
                    <ns1:gd name="T53" fmla="*/ 848 h 1472"/>
                    <ns1:gd name="T54" fmla="*/ 1401 w 1465"/>
                    <ns1:gd name="T55" fmla="*/ 433 h 1472"/>
                    <ns1:gd name="T56" fmla="*/ 1399 w 1465"/>
                    <ns1:gd name="T57" fmla="*/ 419 h 1472"/>
                    <ns1:gd name="T58" fmla="*/ 1387 w 1465"/>
                    <ns1:gd name="T59" fmla="*/ 416 h 1472"/>
                    <ns1:gd name="T60" fmla="*/ 1248 w 1465"/>
                    <ns1:gd name="T61" fmla="*/ 244 h 1472"/>
                    <ns1:gd name="T62" fmla="*/ 1233 w 1465"/>
                    <ns1:gd name="T63" fmla="*/ 225 h 1472"/>
                    <ns1:gd name="T64" fmla="*/ 1215 w 1465"/>
                    <ns1:gd name="T65" fmla="*/ 227 h 1472"/>
                    <ns1:gd name="T66" fmla="*/ 1080 w 1465"/>
                    <ns1:gd name="T67" fmla="*/ 83 h 1472"/>
                    <ns1:gd name="T68" fmla="*/ 1068 w 1465"/>
                    <ns1:gd name="T69" fmla="*/ 74 h 1472"/>
                    <ns1:gd name="T70" fmla="*/ 636 w 1465"/>
                    <ns1:gd name="T71" fmla="*/ 10 h 1472"/>
                    <ns1:gd name="T72" fmla="*/ 629 w 1465"/>
                    <ns1:gd name="T73" fmla="*/ 0 h 1472"/>
                    <ns1:gd name="T74" fmla="*/ 617 w 1465"/>
                    <ns1:gd name="T75" fmla="*/ 3 h 1472"/>
                    <ns1:gd name="T76" fmla="*/ 423 w 1465"/>
                    <ns1:gd name="T77" fmla="*/ 95 h 1472"/>
                    <ns1:gd name="T78" fmla="*/ 407 w 1465"/>
                    <ns1:gd name="T79" fmla="*/ 83 h 1472"/>
                    <ns1:gd name="T80" fmla="*/ 390 w 1465"/>
                    <ns1:gd name="T81" fmla="*/ 95 h 1472"/>
                    <ns1:gd name="T82" fmla="*/ 393 w 1465"/>
                    <ns1:gd name="T83" fmla="*/ 109 h 1472"/>
                    <ns1:gd name="T84" fmla="*/ 211 w 1465"/>
                    <ns1:gd name="T85" fmla="*/ 211 h 1472"/>
                    <ns1:gd name="T86" fmla="*/ 201 w 1465"/>
                    <ns1:gd name="T87" fmla="*/ 218 h 1472"/>
                    <ns1:gd name="T88" fmla="*/ 206 w 1465"/>
                    <ns1:gd name="T89" fmla="*/ 230 h 1472"/>
                    <ns1:gd name="T90" fmla="*/ 114 w 1465"/>
                    <ns1:gd name="T91" fmla="*/ 409 h 1472"/>
                    <ns1:gd name="T92" fmla="*/ 93 w 1465"/>
                    <ns1:gd name="T93" fmla="*/ 430 h 1472"/>
                    <ns1:gd name="T94" fmla="*/ 102 w 1465"/>
                    <ns1:gd name="T95" fmla="*/ 447 h 1472"/>
                    <ns1:gd name="T96" fmla="*/ 12 w 1465"/>
                    <ns1:gd name="T97" fmla="*/ 603 h 1472"/>
                    <ns1:gd name="T98" fmla="*/ 0 w 1465"/>
                    <ns1:gd name="T99" fmla="*/ 612 h 1472"/>
                    <ns1:gd name="T100" fmla="*/ 7 w 1465"/>
                    <ns1:gd name="T101" fmla="*/ 622 h 1472"/>
                    <ns1:gd name="T102" fmla="*/ 10 w 1465"/>
                    <ns1:gd name="T103" fmla="*/ 622 h 14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1465" h="1472">
                      <ns1:moveTo>
                        <ns1:pt x="10" y="622"/>
                      </ns1:move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17" y="839"/>
                      </ns1:lnTo>
                      <ns1:lnTo>
                        <ns1:pt x="15" y="844"/>
                      </ns1:lnTo>
                      <ns1:lnTo>
                        <ns1:pt x="15" y="846"/>
                      </ns1:lnTo>
                      <ns1:lnTo>
                        <ns1:pt x="15" y="846"/>
                      </ns1:lnTo>
                      <ns1:lnTo>
                        <ns1:pt x="15" y="848"/>
                      </ns1:lnTo>
                      <ns1:lnTo>
                        <ns1:pt x="19" y="853"/>
                      </ns1:lnTo>
                      <ns1:lnTo>
                        <ns1:pt x="22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71" y="1061"/>
                      </ns1:lnTo>
                      <ns1:lnTo>
                        <ns1:pt x="71" y="1061"/>
                      </ns1:lnTo>
                      <ns1:lnTo>
                        <ns1:pt x="67" y="1063"/>
                      </ns1:lnTo>
                      <ns1:lnTo>
                        <ns1:pt x="64" y="1066"/>
                      </ns1:lnTo>
                      <ns1:lnTo>
                        <ns1:pt x="64" y="1068"/>
                      </ns1:lnTo>
                      <ns1:lnTo>
                        <ns1:pt x="64" y="1073"/>
                      </ns1:lnTo>
                      <ns1:lnTo>
                        <ns1:pt x="64" y="1073"/>
                      </ns1:lnTo>
                      <ns1:lnTo>
                        <ns1:pt x="64" y="1078"/>
                      </ns1:lnTo>
                      <ns1:lnTo>
                        <ns1:pt x="64" y="1080"/>
                      </ns1:lnTo>
                      <ns1:lnTo>
                        <ns1:pt x="69" y="1082"/>
                      </ns1:lnTo>
                      <ns1:lnTo>
                        <ns1:pt x="74" y="1082"/>
                      </ns1:lnTo>
                      <ns1:lnTo>
                        <ns1:pt x="74" y="1082"/>
                      </ns1:lnTo>
                      <ns1:lnTo>
                        <ns1:pt x="78" y="1082"/>
                      </ns1:lnTo>
                      <ns1:lnTo>
                        <ns1:pt x="78" y="1082"/>
                      </ns1:lnTo>
                      <ns1:lnTo>
                        <ns1:pt x="357" y="1399"/>
                      </ns1:lnTo>
                      <ns1:lnTo>
                        <ns1:pt x="357" y="1399"/>
                      </ns1:lnTo>
                      <ns1:lnTo>
                        <ns1:pt x="355" y="1404"/>
                      </ns1:lnTo>
                      <ns1:lnTo>
                        <ns1:pt x="355" y="1406"/>
                      </ns1:lnTo>
                      <ns1:lnTo>
                        <ns1:pt x="355" y="1406"/>
                      </ns1:lnTo>
                      <ns1:lnTo>
                        <ns1:pt x="357" y="1411"/>
                      </ns1:lnTo>
                      <ns1:lnTo>
                        <ns1:pt x="357" y="1413"/>
                      </ns1:lnTo>
                      <ns1:lnTo>
                        <ns1:pt x="362" y="1415"/>
                      </ns1:lnTo>
                      <ns1:lnTo>
                        <ns1:pt x="364" y="1418"/>
                      </ns1:lnTo>
                      <ns1:lnTo>
                        <ns1:pt x="364" y="1418"/>
                      </ns1:lnTo>
                      <ns1:lnTo>
                        <ns1:pt x="369" y="1415"/>
                      </ns1:lnTo>
                      <ns1:lnTo>
                        <ns1:pt x="371" y="1415"/>
                      </ns1:lnTo>
                      <ns1:lnTo>
                        <ns1:pt x="376" y="1411"/>
                      </ns1:lnTo>
                      <ns1:lnTo>
                        <ns1:pt x="593" y="1432"/>
                      </ns1:lnTo>
                      <ns1:lnTo>
                        <ns1:pt x="593" y="1432"/>
                      </ns1:lnTo>
                      <ns1:lnTo>
                        <ns1:pt x="593" y="1434"/>
                      </ns1:lnTo>
                      <ns1:lnTo>
                        <ns1:pt x="593" y="1434"/>
                      </ns1:lnTo>
                      <ns1:lnTo>
                        <ns1:pt x="593" y="1441"/>
                      </ns1:lnTo>
                      <ns1:lnTo>
                        <ns1:pt x="598" y="1448"/>
                      </ns1:lnTo>
                      <ns1:lnTo>
                        <ns1:pt x="605" y="1453"/>
                      </ns1:lnTo>
                      <ns1:lnTo>
                        <ns1:pt x="612" y="1453"/>
                      </ns1:lnTo>
                      <ns1:lnTo>
                        <ns1:pt x="612" y="1453"/>
                      </ns1:lnTo>
                      <ns1:lnTo>
                        <ns1:pt x="617" y="1453"/>
                      </ns1:lnTo>
                      <ns1:lnTo>
                        <ns1:pt x="624" y="1448"/>
                      </ns1:lnTo>
                      <ns1:lnTo>
                        <ns1:pt x="629" y="1444"/>
                      </ns1:lnTo>
                      <ns1:lnTo>
                        <ns1:pt x="631" y="1437"/>
                      </ns1:lnTo>
                      <ns1:lnTo>
                        <ns1:pt x="827" y="1463"/>
                      </ns1:lnTo>
                      <ns1:lnTo>
                        <ns1:pt x="827" y="1463"/>
                      </ns1:lnTo>
                      <ns1:lnTo>
                        <ns1:pt x="827" y="1467"/>
                      </ns1:lnTo>
                      <ns1:lnTo>
                        <ns1:pt x="830" y="1470"/>
                      </ns1:lnTo>
                      <ns1:lnTo>
                        <ns1:pt x="832" y="1472"/>
                      </ns1:lnTo>
                      <ns1:lnTo>
                        <ns1:pt x="837" y="1472"/>
                      </ns1:lnTo>
                      <ns1:lnTo>
                        <ns1:pt x="837" y="1472"/>
                      </ns1:lnTo>
                      <ns1:lnTo>
                        <ns1:pt x="841" y="1472"/>
                      </ns1:lnTo>
                      <ns1:lnTo>
                        <ns1:pt x="844" y="1467"/>
                      </ns1:lnTo>
                      <ns1:lnTo>
                        <ns1:pt x="846" y="1467"/>
                      </ns1:lnTo>
                      <ns1:lnTo>
                        <ns1:pt x="846" y="1463"/>
                      </ns1:lnTo>
                      <ns1:lnTo>
                        <ns1:pt x="846" y="1463"/>
                      </ns1:lnTo>
                      <ns1:lnTo>
                        <ns1:pt x="846" y="1460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335" y="1099"/>
                      </ns1:lnTo>
                      <ns1:lnTo>
                        <ns1:pt x="1335" y="1099"/>
                      </ns1:lnTo>
                      <ns1:lnTo>
                        <ns1:pt x="1342" y="1101"/>
                      </ns1:lnTo>
                      <ns1:lnTo>
                        <ns1:pt x="1349" y="1101"/>
                      </ns1:lnTo>
                      <ns1:lnTo>
                        <ns1:pt x="1349" y="1101"/>
                      </ns1:lnTo>
                      <ns1:lnTo>
                        <ns1:pt x="1356" y="1101"/>
                      </ns1:lnTo>
                      <ns1:lnTo>
                        <ns1:pt x="1363" y="1099"/>
                      </ns1:lnTo>
                      <ns1:lnTo>
                        <ns1:pt x="1368" y="1094"/>
                      </ns1:lnTo>
                      <ns1:lnTo>
                        <ns1:pt x="1375" y="1092"/>
                      </ns1:lnTo>
                      <ns1:lnTo>
                        <ns1:pt x="1380" y="1087"/>
                      </ns1:lnTo>
                      <ns1:lnTo>
                        <ns1:pt x="1380" y="1080"/>
                      </ns1:lnTo>
                      <ns1:lnTo>
                        <ns1:pt x="1385" y="1073"/>
                      </ns1:lnTo>
                      <ns1:lnTo>
                        <ns1:pt x="1385" y="1066"/>
                      </ns1:lnTo>
                      <ns1:lnTo>
                        <ns1:pt x="1385" y="1066"/>
                      </ns1:lnTo>
                      <ns1:lnTo>
                        <ns1:pt x="1382" y="1056"/>
                      </ns1:lnTo>
                      <ns1:lnTo>
                        <ns1:pt x="1380" y="1049"/>
                      </ns1:lnTo>
                      <ns1:lnTo>
                        <ns1:pt x="1375" y="1042"/>
                      </ns1:lnTo>
                      <ns1:lnTo>
                        <ns1:pt x="1368" y="1035"/>
                      </ns1:lnTo>
                      <ns1:lnTo>
                        <ns1:pt x="1451" y="867"/>
                      </ns1:lnTo>
                      <ns1:lnTo>
                        <ns1:pt x="1451" y="867"/>
                      </ns1:lnTo>
                      <ns1:lnTo>
                        <ns1:pt x="1455" y="867"/>
                      </ns1:lnTo>
                      <ns1:lnTo>
                        <ns1:pt x="1455" y="867"/>
                      </ns1:lnTo>
                      <ns1:lnTo>
                        <ns1:pt x="1458" y="867"/>
                      </ns1:lnTo>
                      <ns1:lnTo>
                        <ns1:pt x="1463" y="865"/>
                      </ns1:lnTo>
                      <ns1:lnTo>
                        <ns1:pt x="1463" y="863"/>
                      </ns1:lnTo>
                      <ns1:lnTo>
                        <ns1:pt x="1465" y="858"/>
                      </ns1:lnTo>
                      <ns1:lnTo>
                        <ns1:pt x="1465" y="858"/>
                      </ns1:lnTo>
                      <ns1:lnTo>
                        <ns1:pt x="1463" y="853"/>
                      </ns1:lnTo>
                      <ns1:lnTo>
                        <ns1:pt x="1463" y="848"/>
                      </ns1:lnTo>
                      <ns1:lnTo>
                        <ns1:pt x="1458" y="848"/>
                      </ns1:lnTo>
                      <ns1:lnTo>
                        <ns1:pt x="1455" y="848"/>
                      </ns1:lnTo>
                      <ns1:lnTo>
                        <ns1:pt x="1455" y="848"/>
                      </ns1:lnTo>
                      <ns1:lnTo>
                        <ns1:pt x="1453" y="848"/>
                      </ns1:lnTo>
                      <ns1:lnTo>
                        <ns1:pt x="1396" y="435"/>
                      </ns1:lnTo>
                      <ns1:lnTo>
                        <ns1:pt x="1396" y="435"/>
                      </ns1:lnTo>
                      <ns1:lnTo>
                        <ns1:pt x="1401" y="433"/>
                      </ns1:lnTo>
                      <ns1:lnTo>
                        <ns1:pt x="1404" y="426"/>
                      </ns1:lnTo>
                      <ns1:lnTo>
                        <ns1:pt x="1404" y="426"/>
                      </ns1:lnTo>
                      <ns1:lnTo>
                        <ns1:pt x="1401" y="423"/>
                      </ns1:lnTo>
                      <ns1:lnTo>
                        <ns1:pt x="1399" y="419"/>
                      </ns1:lnTo>
                      <ns1:lnTo>
                        <ns1:pt x="1396" y="416"/>
                      </ns1:lnTo>
                      <ns1:lnTo>
                        <ns1:pt x="1394" y="416"/>
                      </ns1:lnTo>
                      <ns1:lnTo>
                        <ns1:pt x="1394" y="416"/>
                      </ns1:lnTo>
                      <ns1:lnTo>
                        <ns1:pt x="1387" y="416"/>
                      </ns1:lnTo>
                      <ns1:lnTo>
                        <ns1:pt x="1243" y="256"/>
                      </ns1:lnTo>
                      <ns1:lnTo>
                        <ns1:pt x="1243" y="256"/>
                      </ns1:lnTo>
                      <ns1:lnTo>
                        <ns1:pt x="1248" y="251"/>
                      </ns1:lnTo>
                      <ns1:lnTo>
                        <ns1:pt x="1248" y="244"/>
                      </ns1:lnTo>
                      <ns1:lnTo>
                        <ns1:pt x="1248" y="244"/>
                      </ns1:lnTo>
                      <ns1:lnTo>
                        <ns1:pt x="1248" y="237"/>
                      </ns1:lnTo>
                      <ns1:lnTo>
                        <ns1:pt x="1241" y="230"/>
                      </ns1:lnTo>
                      <ns1:lnTo>
                        <ns1:pt x="1233" y="225"/>
                      </ns1:lnTo>
                      <ns1:lnTo>
                        <ns1:pt x="1229" y="222"/>
                      </ns1:lnTo>
                      <ns1:lnTo>
                        <ns1:pt x="1229" y="222"/>
                      </ns1:lnTo>
                      <ns1:lnTo>
                        <ns1:pt x="1222" y="222"/>
                      </ns1:lnTo>
                      <ns1:lnTo>
                        <ns1:pt x="1215" y="227"/>
                      </ns1:lnTo>
                      <ns1:lnTo>
                        <ns1:pt x="1078" y="88"/>
                      </ns1:lnTo>
                      <ns1:lnTo>
                        <ns1:pt x="1078" y="88"/>
                      </ns1:lnTo>
                      <ns1:lnTo>
                        <ns1:pt x="1080" y="83"/>
                      </ns1:lnTo>
                      <ns1:lnTo>
                        <ns1:pt x="1080" y="83"/>
                      </ns1:lnTo>
                      <ns1:lnTo>
                        <ns1:pt x="1080" y="78"/>
                      </ns1:lnTo>
                      <ns1:lnTo>
                        <ns1:pt x="1078" y="74"/>
                      </ns1:lnTo>
                      <ns1:lnTo>
                        <ns1:pt x="1075" y="74"/>
                      </ns1:lnTo>
                      <ns1:lnTo>
                        <ns1:pt x="1068" y="74"/>
                      </ns1:lnTo>
                      <ns1:lnTo>
                        <ns1:pt x="1068" y="74"/>
                      </ns1:lnTo>
                      <ns1:lnTo>
                        <ns1:pt x="1063" y="74"/>
                      </ns1:lnTo>
                      <ns1:lnTo>
                        <ns1:pt x="1061" y="78"/>
                      </ns1:lnTo>
                      <ns1:lnTo>
                        <ns1:pt x="636" y="10"/>
                      </ns1:lnTo>
                      <ns1:lnTo>
                        <ns1:pt x="636" y="10"/>
                      </ns1:lnTo>
                      <ns1:lnTo>
                        <ns1:pt x="633" y="5"/>
                      </ns1:lnTo>
                      <ns1:lnTo>
                        <ns1:pt x="631" y="3"/>
                      </ns1:lnTo>
                      <ns1:lnTo>
                        <ns1:pt x="629" y="0"/>
                      </ns1:lnTo>
                      <ns1:lnTo>
                        <ns1:pt x="624" y="0"/>
                      </ns1:lnTo>
                      <ns1:lnTo>
                        <ns1:pt x="624" y="0"/>
                      </ns1:lnTo>
                      <ns1:lnTo>
                        <ns1:pt x="622" y="0"/>
                      </ns1:lnTo>
                      <ns1:lnTo>
                        <ns1:pt x="617" y="3"/>
                      </ns1:lnTo>
                      <ns1:lnTo>
                        <ns1:pt x="615" y="5"/>
                      </ns1:lnTo>
                      <ns1:lnTo>
                        <ns1:pt x="615" y="10"/>
                      </ns1:lnTo>
                      <ns1:lnTo>
                        <ns1:pt x="423" y="95"/>
                      </ns1:lnTo>
                      <ns1:lnTo>
                        <ns1:pt x="423" y="95"/>
                      </ns1:lnTo>
                      <ns1:lnTo>
                        <ns1:pt x="421" y="88"/>
                      </ns1:lnTo>
                      <ns1:lnTo>
                        <ns1:pt x="416" y="85"/>
                      </ns1:lnTo>
                      <ns1:lnTo>
                        <ns1:pt x="411" y="83"/>
                      </ns1:lnTo>
                      <ns1:lnTo>
                        <ns1:pt x="407" y="83"/>
                      </ns1:lnTo>
                      <ns1:lnTo>
                        <ns1:pt x="407" y="83"/>
                      </ns1:lnTo>
                      <ns1:lnTo>
                        <ns1:pt x="400" y="83"/>
                      </ns1:lnTo>
                      <ns1:lnTo>
                        <ns1:pt x="395" y="88"/>
                      </ns1:lnTo>
                      <ns1:lnTo>
                        <ns1:pt x="390" y="95"/>
                      </ns1:lnTo>
                      <ns1:lnTo>
                        <ns1:pt x="390" y="100"/>
                      </ns1:lnTo>
                      <ns1:lnTo>
                        <ns1:pt x="390" y="100"/>
                      </ns1:lnTo>
                      <ns1:lnTo>
                        <ns1:pt x="390" y="107"/>
                      </ns1:lnTo>
                      <ns1:lnTo>
                        <ns1:pt x="393" y="109"/>
                      </ns1:lnTo>
                      <ns1:lnTo>
                        <ns1:pt x="218" y="215"/>
                      </ns1:lnTo>
                      <ns1:lnTo>
                        <ns1:pt x="218" y="215"/>
                      </ns1:lnTo>
                      <ns1:lnTo>
                        <ns1:pt x="215" y="211"/>
                      </ns1:lnTo>
                      <ns1:lnTo>
                        <ns1:pt x="211" y="211"/>
                      </ns1:lnTo>
                      <ns1:lnTo>
                        <ns1:pt x="211" y="211"/>
                      </ns1:lnTo>
                      <ns1:lnTo>
                        <ns1:pt x="206" y="211"/>
                      </ns1:lnTo>
                      <ns1:lnTo>
                        <ns1:pt x="204" y="215"/>
                      </ns1:lnTo>
                      <ns1:lnTo>
                        <ns1:pt x="201" y="218"/>
                      </ns1:lnTo>
                      <ns1:lnTo>
                        <ns1:pt x="199" y="222"/>
                      </ns1:lnTo>
                      <ns1:lnTo>
                        <ns1:pt x="199" y="222"/>
                      </ns1:lnTo>
                      <ns1:lnTo>
                        <ns1:pt x="201" y="225"/>
                      </ns1:lnTo>
                      <ns1:lnTo>
                        <ns1:pt x="206" y="230"/>
                      </ns1:lnTo>
                      <ns1:lnTo>
                        <ns1:pt x="121" y="411"/>
                      </ns1:lnTo>
                      <ns1:lnTo>
                        <ns1:pt x="121" y="411"/>
                      </ns1:lnTo>
                      <ns1:lnTo>
                        <ns1:pt x="114" y="409"/>
                      </ns1:lnTo>
                      <ns1:lnTo>
                        <ns1:pt x="114" y="409"/>
                      </ns1:lnTo>
                      <ns1:lnTo>
                        <ns1:pt x="107" y="411"/>
                      </ns1:lnTo>
                      <ns1:lnTo>
                        <ns1:pt x="100" y="416"/>
                      </ns1:lnTo>
                      <ns1:lnTo>
                        <ns1:pt x="95" y="423"/>
                      </ns1:lnTo>
                      <ns1:lnTo>
                        <ns1:pt x="93" y="430"/>
                      </ns1:lnTo>
                      <ns1:lnTo>
                        <ns1:pt x="93" y="430"/>
                      </ns1:lnTo>
                      <ns1:lnTo>
                        <ns1:pt x="95" y="435"/>
                      </ns1:lnTo>
                      <ns1:lnTo>
                        <ns1:pt x="97" y="440"/>
                      </ns1:lnTo>
                      <ns1:lnTo>
                        <ns1:pt x="102" y="447"/>
                      </ns1:lnTo>
                      <ns1:lnTo>
                        <ns1:pt x="15" y="603"/>
                      </ns1:lnTo>
                      <ns1:lnTo>
                        <ns1:pt x="15" y="603"/>
                      </ns1:lnTo>
                      <ns1:lnTo>
                        <ns1:pt x="12" y="603"/>
                      </ns1:lnTo>
                      <ns1:lnTo>
                        <ns1:pt x="12" y="603"/>
                      </ns1:lnTo>
                      <ns1:lnTo>
                        <ns1:pt x="7" y="603"/>
                      </ns1:lnTo>
                      <ns1:lnTo>
                        <ns1:pt x="5" y="603"/>
                      </ns1:lnTo>
                      <ns1:lnTo>
                        <ns1:pt x="3" y="608"/>
                      </ns1:lnTo>
                      <ns1:lnTo>
                        <ns1:pt x="0" y="612"/>
                      </ns1:lnTo>
                      <ns1:lnTo>
                        <ns1:pt x="0" y="612"/>
                      </ns1:lnTo>
                      <ns1:lnTo>
                        <ns1:pt x="3" y="617"/>
                      </ns1:lnTo>
                      <ns1:lnTo>
                        <ns1:pt x="5" y="617"/>
                      </ns1:lnTo>
                      <ns1:lnTo>
                        <ns1:pt x="7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97" name="Freeform 64">
                  <ns1:extLst>
                    <ns1:ext uri="{FF2B5EF4-FFF2-40B4-BE49-F238E27FC236}">
                      <ns2:creationId id="{F882DDDF-AFF0-421F-9DE0-319CBF38A793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19450" y="5262563"/>
                  <ns1:ext cx="334963" cy="552450"/>
                </ns1:xfrm>
                <ns1:custGeom>
                  <ns1:avLst/>
                  <ns1:gdLst>
                    <ns1:gd name="T0" fmla="*/ 0 w 211"/>
                    <ns1:gd name="T1" fmla="*/ 0 h 348"/>
                    <ns1:gd name="T2" fmla="*/ 0 w 211"/>
                    <ns1:gd name="T3" fmla="*/ 0 h 348"/>
                    <ns1:gd name="T4" fmla="*/ 3 w 211"/>
                    <ns1:gd name="T5" fmla="*/ 0 h 348"/>
                    <ns1:gd name="T6" fmla="*/ 33 w 211"/>
                    <ns1:gd name="T7" fmla="*/ 48 h 348"/>
                    <ns1:gd name="T8" fmla="*/ 211 w 211"/>
                    <ns1:gd name="T9" fmla="*/ 348 h 348"/>
                    <ns1:gd name="T10" fmla="*/ 211 w 211"/>
                    <ns1:gd name="T11" fmla="*/ 348 h 348"/>
                    <ns1:gd name="T12" fmla="*/ 211 w 211"/>
                    <ns1:gd name="T13" fmla="*/ 348 h 348"/>
                    <ns1:gd name="T14" fmla="*/ 57 w 211"/>
                    <ns1:gd name="T15" fmla="*/ 223 h 348"/>
                    <ns1:gd name="T16" fmla="*/ 57 w 211"/>
                    <ns1:gd name="T17" fmla="*/ 223 h 348"/>
                    <ns1:gd name="T18" fmla="*/ 57 w 211"/>
                    <ns1:gd name="T19" fmla="*/ 218 h 348"/>
                    <ns1:gd name="T20" fmla="*/ 57 w 211"/>
                    <ns1:gd name="T21" fmla="*/ 218 h 348"/>
                    <ns1:gd name="T22" fmla="*/ 57 w 211"/>
                    <ns1:gd name="T23" fmla="*/ 213 h 348"/>
                    <ns1:gd name="T24" fmla="*/ 55 w 211"/>
                    <ns1:gd name="T25" fmla="*/ 211 h 348"/>
                    <ns1:gd name="T26" fmla="*/ 52 w 211"/>
                    <ns1:gd name="T27" fmla="*/ 208 h 348"/>
                    <ns1:gd name="T28" fmla="*/ 48 w 211"/>
                    <ns1:gd name="T29" fmla="*/ 206 h 348"/>
                    <ns1:gd name="T30" fmla="*/ 48 w 211"/>
                    <ns1:gd name="T31" fmla="*/ 206 h 348"/>
                    <ns1:gd name="T32" fmla="*/ 45 w 211"/>
                    <ns1:gd name="T33" fmla="*/ 206 h 348"/>
                    <ns1:gd name="T34" fmla="*/ 0 w 211"/>
                    <ns1:gd name="T35" fmla="*/ 0 h 348"/>
                    <ns1:gd name="T36" fmla="*/ 0 w 211"/>
                    <ns1:gd name="T37" fmla="*/ 0 h 348"/>
                    <ns1:gd name="T38" fmla="*/ 0 w 211"/>
                    <ns1:gd name="T39" fmla="*/ 0 h 3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11" h="348">
                      <ns1:moveTo>
                        <ns1:pt x="0" y="0"/>
                      </ns1:moveTo>
                      <ns1:lnTo>
                        <ns1:pt x="0" y="0"/>
                      </ns1:lnTo>
                      <ns1:lnTo>
                        <ns1:pt x="3" y="0"/>
                      </ns1:lnTo>
                      <ns1:lnTo>
                        <ns1:pt x="33" y="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57" y="223"/>
                      </ns1:lnTo>
                      <ns1:lnTo>
                        <ns1:pt x="57" y="223"/>
                      </ns1:lnTo>
                      <ns1:lnTo>
                        <ns1:pt x="57" y="218"/>
                      </ns1:lnTo>
                      <ns1:lnTo>
                        <ns1:pt x="57" y="218"/>
                      </ns1:lnTo>
                      <ns1:lnTo>
                        <ns1:pt x="57" y="213"/>
                      </ns1:lnTo>
                      <ns1:lnTo>
                        <ns1:pt x="55" y="211"/>
                      </ns1:lnTo>
                      <ns1:lnTo>
                        <ns1:pt x="52" y="208"/>
                      </ns1:lnTo>
                      <ns1:lnTo>
                        <ns1:pt x="48" y="206"/>
                      </ns1:lnTo>
                      <ns1:lnTo>
                        <ns1:pt x="48" y="206"/>
                      </ns1:lnTo>
                      <ns1:lnTo>
                        <ns1:pt x="45" y="206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98" name="Freeform 65">
                  <ns1:extLst>
                    <ns1:ext uri="{FF2B5EF4-FFF2-40B4-BE49-F238E27FC236}">
                      <ns2:creationId id="{B55E0D19-9DD5-4348-9C77-587CBED84AA0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128963" y="5622925"/>
                  <ns1:ext cx="434975" cy="498475"/>
                </ns1:xfrm>
                <ns1:custGeom>
                  <ns1:avLst/>
                  <ns1:gdLst>
                    <ns1:gd name="T0" fmla="*/ 0 w 274"/>
                    <ns1:gd name="T1" fmla="*/ 0 h 314"/>
                    <ns1:gd name="T2" fmla="*/ 151 w 274"/>
                    <ns1:gd name="T3" fmla="*/ 123 h 314"/>
                    <ns1:gd name="T4" fmla="*/ 151 w 274"/>
                    <ns1:gd name="T5" fmla="*/ 123 h 314"/>
                    <ns1:gd name="T6" fmla="*/ 149 w 274"/>
                    <ns1:gd name="T7" fmla="*/ 128 h 314"/>
                    <ns1:gd name="T8" fmla="*/ 149 w 274"/>
                    <ns1:gd name="T9" fmla="*/ 128 h 314"/>
                    <ns1:gd name="T10" fmla="*/ 151 w 274"/>
                    <ns1:gd name="T11" fmla="*/ 133 h 314"/>
                    <ns1:gd name="T12" fmla="*/ 154 w 274"/>
                    <ns1:gd name="T13" fmla="*/ 135 h 314"/>
                    <ns1:gd name="T14" fmla="*/ 156 w 274"/>
                    <ns1:gd name="T15" fmla="*/ 137 h 314"/>
                    <ns1:gd name="T16" fmla="*/ 161 w 274"/>
                    <ns1:gd name="T17" fmla="*/ 140 h 314"/>
                    <ns1:gd name="T18" fmla="*/ 161 w 274"/>
                    <ns1:gd name="T19" fmla="*/ 140 h 314"/>
                    <ns1:gd name="T20" fmla="*/ 163 w 274"/>
                    <ns1:gd name="T21" fmla="*/ 137 h 314"/>
                    <ns1:gd name="T22" fmla="*/ 267 w 274"/>
                    <ns1:gd name="T23" fmla="*/ 305 h 314"/>
                    <ns1:gd name="T24" fmla="*/ 274 w 274"/>
                    <ns1:gd name="T25" fmla="*/ 314 h 314"/>
                    <ns1:gd name="T26" fmla="*/ 0 w 274"/>
                    <ns1:gd name="T27" fmla="*/ 0 h 314"/>
                    <ns1:gd name="T28" fmla="*/ 0 w 274"/>
                    <ns1:gd name="T29" fmla="*/ 0 h 314"/>
                    <ns1:gd name="T30" fmla="*/ 0 w 274"/>
                    <ns1:gd name="T31" fmla="*/ 0 h 3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274" h="314">
                      <ns1:moveTo>
                        <ns1:pt x="0" y="0"/>
                      </ns1:moveTo>
                      <ns1:lnTo>
                        <ns1:pt x="151" y="123"/>
                      </ns1:lnTo>
                      <ns1:lnTo>
                        <ns1:pt x="151" y="123"/>
                      </ns1:lnTo>
                      <ns1:lnTo>
                        <ns1:pt x="149" y="128"/>
                      </ns1:lnTo>
                      <ns1:lnTo>
                        <ns1:pt x="149" y="128"/>
                      </ns1:lnTo>
                      <ns1:lnTo>
                        <ns1:pt x="151" y="133"/>
                      </ns1:lnTo>
                      <ns1:lnTo>
                        <ns1:pt x="154" y="135"/>
                      </ns1:lnTo>
                      <ns1:lnTo>
                        <ns1:pt x="156" y="137"/>
                      </ns1:lnTo>
                      <ns1:lnTo>
                        <ns1:pt x="161" y="140"/>
                      </ns1:lnTo>
                      <ns1:lnTo>
                        <ns1:pt x="161" y="140"/>
                      </ns1:lnTo>
                      <ns1:lnTo>
                        <ns1:pt x="163" y="137"/>
                      </ns1:lnTo>
                      <ns1:lnTo>
                        <ns1:pt x="267" y="305"/>
                      </ns1:lnTo>
                      <ns1:lnTo>
                        <ns1:pt x="274" y="314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99" name="Freeform 66">
                  <ns1:extLst>
                    <ns1:ext uri="{FF2B5EF4-FFF2-40B4-BE49-F238E27FC236}">
                      <ns2:creationId id="{7B30AAAF-1F9A-4177-9878-3532BB3EAD28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867025" y="5837238"/>
                  <ns1:ext cx="547688" cy="336550"/>
                </ns1:xfrm>
                <ns1:custGeom>
                  <ns1:avLst/>
                  <ns1:gdLst>
                    <ns1:gd name="T0" fmla="*/ 128 w 345"/>
                    <ns1:gd name="T1" fmla="*/ 189 h 212"/>
                    <ns1:gd name="T2" fmla="*/ 128 w 345"/>
                    <ns1:gd name="T3" fmla="*/ 189 h 212"/>
                    <ns1:gd name="T4" fmla="*/ 128 w 345"/>
                    <ns1:gd name="T5" fmla="*/ 189 h 212"/>
                    <ns1:gd name="T6" fmla="*/ 128 w 345"/>
                    <ns1:gd name="T7" fmla="*/ 189 h 212"/>
                    <ns1:gd name="T8" fmla="*/ 128 w 345"/>
                    <ns1:gd name="T9" fmla="*/ 187 h 212"/>
                    <ns1:gd name="T10" fmla="*/ 123 w 345"/>
                    <ns1:gd name="T11" fmla="*/ 182 h 212"/>
                    <ns1:gd name="T12" fmla="*/ 121 w 345"/>
                    <ns1:gd name="T13" fmla="*/ 179 h 212"/>
                    <ns1:gd name="T14" fmla="*/ 116 w 345"/>
                    <ns1:gd name="T15" fmla="*/ 179 h 212"/>
                    <ns1:gd name="T16" fmla="*/ 116 w 345"/>
                    <ns1:gd name="T17" fmla="*/ 179 h 212"/>
                    <ns1:gd name="T18" fmla="*/ 111 w 345"/>
                    <ns1:gd name="T19" fmla="*/ 179 h 212"/>
                    <ns1:gd name="T20" fmla="*/ 0 w 345"/>
                    <ns1:gd name="T21" fmla="*/ 2 h 212"/>
                    <ns1:gd name="T22" fmla="*/ 0 w 345"/>
                    <ns1:gd name="T23" fmla="*/ 2 h 212"/>
                    <ns1:gd name="T24" fmla="*/ 3 w 345"/>
                    <ns1:gd name="T25" fmla="*/ 0 h 212"/>
                    <ns1:gd name="T26" fmla="*/ 78 w 345"/>
                    <ns1:gd name="T27" fmla="*/ 47 h 212"/>
                    <ns1:gd name="T28" fmla="*/ 345 w 345"/>
                    <ns1:gd name="T29" fmla="*/ 210 h 212"/>
                    <ns1:gd name="T30" fmla="*/ 345 w 345"/>
                    <ns1:gd name="T31" fmla="*/ 210 h 212"/>
                    <ns1:gd name="T32" fmla="*/ 345 w 345"/>
                    <ns1:gd name="T33" fmla="*/ 212 h 212"/>
                    <ns1:gd name="T34" fmla="*/ 128 w 345"/>
                    <ns1:gd name="T35" fmla="*/ 189 h 212"/>
                    <ns1:gd name="T36" fmla="*/ 128 w 345"/>
                    <ns1:gd name="T37" fmla="*/ 189 h 212"/>
                    <ns1:gd name="T38" fmla="*/ 128 w 345"/>
                    <ns1:gd name="T39" fmla="*/ 189 h 21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45" h="212">
                      <ns1:moveTo>
                        <ns1:pt x="128" y="189"/>
                      </ns1:move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7"/>
                      </ns1:lnTo>
                      <ns1:lnTo>
                        <ns1:pt x="123" y="182"/>
                      </ns1:lnTo>
                      <ns1:lnTo>
                        <ns1:pt x="121" y="179"/>
                      </ns1:lnTo>
                      <ns1:lnTo>
                        <ns1:pt x="116" y="179"/>
                      </ns1:lnTo>
                      <ns1:lnTo>
                        <ns1:pt x="116" y="179"/>
                      </ns1:lnTo>
                      <ns1:lnTo>
                        <ns1:pt x="111" y="179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3" y="0"/>
                      </ns1:lnTo>
                      <ns1:lnTo>
                        <ns1:pt x="78" y="47"/>
                      </ns1:lnTo>
                      <ns1:lnTo>
                        <ns1:pt x="345" y="210"/>
                      </ns1:lnTo>
                      <ns1:lnTo>
                        <ns1:pt x="345" y="210"/>
                      </ns1:lnTo>
                      <ns1:lnTo>
                        <ns1:pt x="345" y="212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0" name="Freeform 67">
                  <ns1:extLst>
                    <ns1:ext uri="{FF2B5EF4-FFF2-40B4-BE49-F238E27FC236}">
                      <ns2:creationId id="{3196EBAA-AF09-40C7-BEC1-EFA7F84C8C95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59013" y="6054725"/>
                  <ns1:ext cx="600075" cy="168275"/>
                </ns1:xfrm>
                <ns1:custGeom>
                  <ns1:avLst/>
                  <ns1:gdLst>
                    <ns1:gd name="T0" fmla="*/ 206 w 378"/>
                    <ns1:gd name="T1" fmla="*/ 97 h 106"/>
                    <ns1:gd name="T2" fmla="*/ 206 w 378"/>
                    <ns1:gd name="T3" fmla="*/ 97 h 106"/>
                    <ns1:gd name="T4" fmla="*/ 201 w 378"/>
                    <ns1:gd name="T5" fmla="*/ 99 h 106"/>
                    <ns1:gd name="T6" fmla="*/ 199 w 378"/>
                    <ns1:gd name="T7" fmla="*/ 101 h 106"/>
                    <ns1:gd name="T8" fmla="*/ 196 w 378"/>
                    <ns1:gd name="T9" fmla="*/ 101 h 106"/>
                    <ns1:gd name="T10" fmla="*/ 196 w 378"/>
                    <ns1:gd name="T11" fmla="*/ 106 h 106"/>
                    <ns1:gd name="T12" fmla="*/ 0 w 378"/>
                    <ns1:gd name="T13" fmla="*/ 83 h 106"/>
                    <ns1:gd name="T14" fmla="*/ 0 w 378"/>
                    <ns1:gd name="T15" fmla="*/ 83 h 106"/>
                    <ns1:gd name="T16" fmla="*/ 0 w 378"/>
                    <ns1:gd name="T17" fmla="*/ 80 h 106"/>
                    <ns1:gd name="T18" fmla="*/ 0 w 378"/>
                    <ns1:gd name="T19" fmla="*/ 80 h 106"/>
                    <ns1:gd name="T20" fmla="*/ 0 w 378"/>
                    <ns1:gd name="T21" fmla="*/ 75 h 106"/>
                    <ns1:gd name="T22" fmla="*/ 338 w 378"/>
                    <ns1:gd name="T23" fmla="*/ 7 h 106"/>
                    <ns1:gd name="T24" fmla="*/ 378 w 378"/>
                    <ns1:gd name="T25" fmla="*/ 0 h 106"/>
                    <ns1:gd name="T26" fmla="*/ 378 w 378"/>
                    <ns1:gd name="T27" fmla="*/ 0 h 106"/>
                    <ns1:gd name="T28" fmla="*/ 378 w 378"/>
                    <ns1:gd name="T29" fmla="*/ 0 h 106"/>
                    <ns1:gd name="T30" fmla="*/ 215 w 378"/>
                    <ns1:gd name="T31" fmla="*/ 101 h 106"/>
                    <ns1:gd name="T32" fmla="*/ 215 w 378"/>
                    <ns1:gd name="T33" fmla="*/ 101 h 106"/>
                    <ns1:gd name="T34" fmla="*/ 210 w 378"/>
                    <ns1:gd name="T35" fmla="*/ 99 h 106"/>
                    <ns1:gd name="T36" fmla="*/ 206 w 378"/>
                    <ns1:gd name="T37" fmla="*/ 97 h 106"/>
                    <ns1:gd name="T38" fmla="*/ 206 w 378"/>
                    <ns1:gd name="T39" fmla="*/ 97 h 106"/>
                    <ns1:gd name="T40" fmla="*/ 206 w 378"/>
                    <ns1:gd name="T41" fmla="*/ 97 h 106"/>
                    <ns1:gd name="T42" fmla="*/ 206 w 378"/>
                    <ns1:gd name="T43" fmla="*/ 97 h 1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78" h="106">
                      <ns1:moveTo>
                        <ns1:pt x="206" y="97"/>
                      </ns1:moveTo>
                      <ns1:lnTo>
                        <ns1:pt x="206" y="97"/>
                      </ns1:lnTo>
                      <ns1:lnTo>
                        <ns1:pt x="201" y="99"/>
                      </ns1:lnTo>
                      <ns1:lnTo>
                        <ns1:pt x="199" y="101"/>
                      </ns1:lnTo>
                      <ns1:lnTo>
                        <ns1:pt x="196" y="101"/>
                      </ns1:lnTo>
                      <ns1:lnTo>
                        <ns1:pt x="196" y="106"/>
                      </ns1:lnTo>
                      <ns1:lnTo>
                        <ns1:pt x="0" y="83"/>
                      </ns1:lnTo>
                      <ns1:lnTo>
                        <ns1:pt x="0" y="83"/>
                      </ns1:lnTo>
                      <ns1:lnTo>
                        <ns1:pt x="0" y="80"/>
                      </ns1:lnTo>
                      <ns1:lnTo>
                        <ns1:pt x="0" y="80"/>
                      </ns1:lnTo>
                      <ns1:lnTo>
                        <ns1:pt x="0" y="75"/>
                      </ns1:lnTo>
                      <ns1:lnTo>
                        <ns1:pt x="338" y="7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215" y="101"/>
                      </ns1:lnTo>
                      <ns1:lnTo>
                        <ns1:pt x="215" y="101"/>
                      </ns1:lnTo>
                      <ns1:lnTo>
                        <ns1:pt x="210" y="99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1" name="Freeform 68">
                  <ns1:extLst>
                    <ns1:ext uri="{FF2B5EF4-FFF2-40B4-BE49-F238E27FC236}">
                      <ns2:creationId id="{7597B8B1-A7ED-4F21-936F-D1DA1E04C5D9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06585" y="5927717"/>
                  <ns1:ext cx="596900" cy="284168"/>
                </ns1:xfrm>
                <ns1:custGeom>
                  <ns1:avLst/>
                  <ns1:gdLst>
                    <ns1:gd name="T0" fmla="*/ 0 w 376"/>
                    <ns1:gd name="T1" fmla="*/ 179 h 179"/>
                    <ns1:gd name="T2" fmla="*/ 158 w 376"/>
                    <ns1:gd name="T3" fmla="*/ 82 h 179"/>
                    <ns1:gd name="T4" fmla="*/ 158 w 376"/>
                    <ns1:gd name="T5" fmla="*/ 82 h 179"/>
                    <ns1:gd name="T6" fmla="*/ 161 w 376"/>
                    <ns1:gd name="T7" fmla="*/ 82 h 179"/>
                    <ns1:gd name="T8" fmla="*/ 161 w 376"/>
                    <ns1:gd name="T9" fmla="*/ 82 h 179"/>
                    <ns1:gd name="T10" fmla="*/ 168 w 376"/>
                    <ns1:gd name="T11" fmla="*/ 80 h 179"/>
                    <ns1:gd name="T12" fmla="*/ 173 w 376"/>
                    <ns1:gd name="T13" fmla="*/ 75 h 179"/>
                    <ns1:gd name="T14" fmla="*/ 376 w 376"/>
                    <ns1:gd name="T15" fmla="*/ 0 h 179"/>
                    <ns1:gd name="T16" fmla="*/ 0 w 376"/>
                    <ns1:gd name="T17" fmla="*/ 179 h 179"/>
                    <ns1:gd name="T18" fmla="*/ 0 w 376"/>
                    <ns1:gd name="T19" fmla="*/ 179 h 179"/>
                    <ns1:gd name="T20" fmla="*/ 0 w 376"/>
                    <ns1:gd name="T21" fmla="*/ 179 h 17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376" h="179">
                      <ns1:moveTo>
                        <ns1:pt x="0" y="179"/>
                      </ns1:moveTo>
                      <ns1:lnTo>
                        <ns1:pt x="158" y="82"/>
                      </ns1:lnTo>
                      <ns1:lnTo>
                        <ns1:pt x="158" y="82"/>
                      </ns1:lnTo>
                      <ns1:lnTo>
                        <ns1:pt x="161" y="82"/>
                      </ns1:lnTo>
                      <ns1:lnTo>
                        <ns1:pt x="161" y="82"/>
                      </ns1:lnTo>
                      <ns1:lnTo>
                        <ns1:pt x="168" y="80"/>
                      </ns1:lnTo>
                      <ns1:lnTo>
                        <ns1:pt x="173" y="75"/>
                      </ns1:lnTo>
                      <ns1:lnTo>
                        <ns1:pt x="376" y="0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2" name="Freeform 69">
                  <ns1:extLst>
                    <ns1:ext uri="{FF2B5EF4-FFF2-40B4-BE49-F238E27FC236}">
                      <ns2:creationId id="{BC40C053-EF96-4DED-B593-673DDCC30A8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631950" y="5638800"/>
                  <ns1:ext cx="487363" cy="404813"/>
                </ns1:xfrm>
                <ns1:custGeom>
                  <ns1:avLst/>
                  <ns1:gdLst>
                    <ns1:gd name="T0" fmla="*/ 224 w 307"/>
                    <ns1:gd name="T1" fmla="*/ 170 h 255"/>
                    <ns1:gd name="T2" fmla="*/ 0 w 307"/>
                    <ns1:gd name="T3" fmla="*/ 255 h 255"/>
                    <ns1:gd name="T4" fmla="*/ 0 w 307"/>
                    <ns1:gd name="T5" fmla="*/ 255 h 255"/>
                    <ns1:gd name="T6" fmla="*/ 0 w 307"/>
                    <ns1:gd name="T7" fmla="*/ 255 h 255"/>
                    <ns1:gd name="T8" fmla="*/ 300 w 307"/>
                    <ns1:gd name="T9" fmla="*/ 0 h 255"/>
                    <ns1:gd name="T10" fmla="*/ 300 w 307"/>
                    <ns1:gd name="T11" fmla="*/ 0 h 255"/>
                    <ns1:gd name="T12" fmla="*/ 307 w 307"/>
                    <ns1:gd name="T13" fmla="*/ 7 h 255"/>
                    <ns1:gd name="T14" fmla="*/ 224 w 307"/>
                    <ns1:gd name="T15" fmla="*/ 170 h 255"/>
                    <ns1:gd name="T16" fmla="*/ 224 w 307"/>
                    <ns1:gd name="T17" fmla="*/ 170 h 255"/>
                    <ns1:gd name="T18" fmla="*/ 224 w 307"/>
                    <ns1:gd name="T19" fmla="*/ 170 h 2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07" h="255">
                      <ns1:moveTo>
                        <ns1:pt x="224" y="170"/>
                      </ns1:move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300" y="0"/>
                      </ns1:lnTo>
                      <ns1:lnTo>
                        <ns1:pt x="300" y="0"/>
                      </ns1:lnTo>
                      <ns1:lnTo>
                        <ns1:pt x="307" y="7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3" name="Freeform 70">
                  <ns1:extLst>
                    <ns1:ext uri="{FF2B5EF4-FFF2-40B4-BE49-F238E27FC236}">
                      <ns2:creationId id="{13C0C51C-EF69-486F-9D4B-93860479A285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111250" y="4606925"/>
                  <ns1:ext cx="153988" cy="941388"/>
                </ns1:xfrm>
                <ns1:custGeom>
                  <ns1:avLst/>
                  <ns1:gdLst>
                    <ns1:gd name="T0" fmla="*/ 94 w 97"/>
                    <ns1:gd name="T1" fmla="*/ 423 h 593"/>
                    <ns1:gd name="T2" fmla="*/ 12 w 97"/>
                    <ns1:gd name="T3" fmla="*/ 593 h 593"/>
                    <ns1:gd name="T4" fmla="*/ 12 w 97"/>
                    <ns1:gd name="T5" fmla="*/ 593 h 593"/>
                    <ns1:gd name="T6" fmla="*/ 5 w 97"/>
                    <ns1:gd name="T7" fmla="*/ 591 h 593"/>
                    <ns1:gd name="T8" fmla="*/ 0 w 97"/>
                    <ns1:gd name="T9" fmla="*/ 588 h 593"/>
                    <ns1:gd name="T10" fmla="*/ 40 w 97"/>
                    <ns1:gd name="T11" fmla="*/ 203 h 593"/>
                    <ns1:gd name="T12" fmla="*/ 40 w 97"/>
                    <ns1:gd name="T13" fmla="*/ 203 h 593"/>
                    <ns1:gd name="T14" fmla="*/ 45 w 97"/>
                    <ns1:gd name="T15" fmla="*/ 203 h 593"/>
                    <ns1:gd name="T16" fmla="*/ 45 w 97"/>
                    <ns1:gd name="T17" fmla="*/ 201 h 593"/>
                    <ns1:gd name="T18" fmla="*/ 47 w 97"/>
                    <ns1:gd name="T19" fmla="*/ 199 h 593"/>
                    <ns1:gd name="T20" fmla="*/ 50 w 97"/>
                    <ns1:gd name="T21" fmla="*/ 194 h 593"/>
                    <ns1:gd name="T22" fmla="*/ 50 w 97"/>
                    <ns1:gd name="T23" fmla="*/ 194 h 593"/>
                    <ns1:gd name="T24" fmla="*/ 47 w 97"/>
                    <ns1:gd name="T25" fmla="*/ 191 h 593"/>
                    <ns1:gd name="T26" fmla="*/ 45 w 97"/>
                    <ns1:gd name="T27" fmla="*/ 187 h 593"/>
                    <ns1:gd name="T28" fmla="*/ 45 w 97"/>
                    <ns1:gd name="T29" fmla="*/ 184 h 593"/>
                    <ns1:gd name="T30" fmla="*/ 40 w 97"/>
                    <ns1:gd name="T31" fmla="*/ 184 h 593"/>
                    <ns1:gd name="T32" fmla="*/ 40 w 97"/>
                    <ns1:gd name="T33" fmla="*/ 0 h 593"/>
                    <ns1:gd name="T34" fmla="*/ 97 w 97"/>
                    <ns1:gd name="T35" fmla="*/ 406 h 593"/>
                    <ns1:gd name="T36" fmla="*/ 97 w 97"/>
                    <ns1:gd name="T37" fmla="*/ 406 h 593"/>
                    <ns1:gd name="T38" fmla="*/ 92 w 97"/>
                    <ns1:gd name="T39" fmla="*/ 409 h 593"/>
                    <ns1:gd name="T40" fmla="*/ 90 w 97"/>
                    <ns1:gd name="T41" fmla="*/ 413 h 593"/>
                    <ns1:gd name="T42" fmla="*/ 90 w 97"/>
                    <ns1:gd name="T43" fmla="*/ 416 h 593"/>
                    <ns1:gd name="T44" fmla="*/ 90 w 97"/>
                    <ns1:gd name="T45" fmla="*/ 416 h 593"/>
                    <ns1:gd name="T46" fmla="*/ 90 w 97"/>
                    <ns1:gd name="T47" fmla="*/ 421 h 593"/>
                    <ns1:gd name="T48" fmla="*/ 94 w 97"/>
                    <ns1:gd name="T49" fmla="*/ 423 h 593"/>
                    <ns1:gd name="T50" fmla="*/ 94 w 97"/>
                    <ns1:gd name="T51" fmla="*/ 423 h 593"/>
                    <ns1:gd name="T52" fmla="*/ 94 w 97"/>
                    <ns1:gd name="T53" fmla="*/ 423 h 593"/>
                    <ns1:gd name="T54" fmla="*/ 94 w 97"/>
                    <ns1:gd name="T55" fmla="*/ 423 h 59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97" h="593">
                      <ns1:moveTo>
                        <ns1:pt x="94" y="423"/>
                      </ns1:moveTo>
                      <ns1:lnTo>
                        <ns1:pt x="12" y="593"/>
                      </ns1:lnTo>
                      <ns1:lnTo>
                        <ns1:pt x="12" y="593"/>
                      </ns1:lnTo>
                      <ns1:lnTo>
                        <ns1:pt x="5" y="591"/>
                      </ns1:lnTo>
                      <ns1:lnTo>
                        <ns1:pt x="0" y="588"/>
                      </ns1:lnTo>
                      <ns1:lnTo>
                        <ns1:pt x="40" y="203"/>
                      </ns1:lnTo>
                      <ns1:lnTo>
                        <ns1:pt x="40" y="203"/>
                      </ns1:lnTo>
                      <ns1:lnTo>
                        <ns1:pt x="45" y="203"/>
                      </ns1:lnTo>
                      <ns1:lnTo>
                        <ns1:pt x="45" y="201"/>
                      </ns1:lnTo>
                      <ns1:lnTo>
                        <ns1:pt x="47" y="199"/>
                      </ns1:lnTo>
                      <ns1:lnTo>
                        <ns1:pt x="50" y="194"/>
                      </ns1:lnTo>
                      <ns1:lnTo>
                        <ns1:pt x="50" y="194"/>
                      </ns1:lnTo>
                      <ns1:lnTo>
                        <ns1:pt x="47" y="191"/>
                      </ns1:lnTo>
                      <ns1:lnTo>
                        <ns1:pt x="45" y="187"/>
                      </ns1:lnTo>
                      <ns1:lnTo>
                        <ns1:pt x="45" y="184"/>
                      </ns1:lnTo>
                      <ns1:lnTo>
                        <ns1:pt x="40" y="184"/>
                      </ns1:lnTo>
                      <ns1:lnTo>
                        <ns1:pt x="40" y="0"/>
                      </ns1:lnTo>
                      <ns1:lnTo>
                        <ns1:pt x="97" y="406"/>
                      </ns1:lnTo>
                      <ns1:lnTo>
                        <ns1:pt x="97" y="406"/>
                      </ns1:lnTo>
                      <ns1:lnTo>
                        <ns1:pt x="92" y="409"/>
                      </ns1:lnTo>
                      <ns1:lnTo>
                        <ns1:pt x="90" y="413"/>
                      </ns1:lnTo>
                      <ns1:lnTo>
                        <ns1:pt x="90" y="416"/>
                      </ns1:lnTo>
                      <ns1:lnTo>
                        <ns1:pt x="90" y="416"/>
                      </ns1:lnTo>
                      <ns1:lnTo>
                        <ns1:pt x="90" y="421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4" name="Freeform 71">
                  <ns1:extLst>
                    <ns1:ext uri="{FF2B5EF4-FFF2-40B4-BE49-F238E27FC236}">
                      <ns2:creationId id="{6FEF4316-0A9D-4B06-A4DA-579092C9BFCF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295400" y="4314825"/>
                  <ns1:ext cx="247650" cy="584200"/>
                </ns1:xfrm>
                <ns1:custGeom>
                  <ns1:avLst/>
                  <ns1:gdLst>
                    <ns1:gd name="T0" fmla="*/ 156 w 156"/>
                    <ns1:gd name="T1" fmla="*/ 177 h 368"/>
                    <ns1:gd name="T2" fmla="*/ 156 w 156"/>
                    <ns1:gd name="T3" fmla="*/ 368 h 368"/>
                    <ns1:gd name="T4" fmla="*/ 156 w 156"/>
                    <ns1:gd name="T5" fmla="*/ 368 h 368"/>
                    <ns1:gd name="T6" fmla="*/ 151 w 156"/>
                    <ns1:gd name="T7" fmla="*/ 368 h 368"/>
                    <ns1:gd name="T8" fmla="*/ 0 w 156"/>
                    <ns1:gd name="T9" fmla="*/ 5 h 368"/>
                    <ns1:gd name="T10" fmla="*/ 0 w 156"/>
                    <ns1:gd name="T11" fmla="*/ 5 h 368"/>
                    <ns1:gd name="T12" fmla="*/ 3 w 156"/>
                    <ns1:gd name="T13" fmla="*/ 0 h 368"/>
                    <ns1:gd name="T14" fmla="*/ 149 w 156"/>
                    <ns1:gd name="T15" fmla="*/ 161 h 368"/>
                    <ns1:gd name="T16" fmla="*/ 149 w 156"/>
                    <ns1:gd name="T17" fmla="*/ 161 h 368"/>
                    <ns1:gd name="T18" fmla="*/ 144 w 156"/>
                    <ns1:gd name="T19" fmla="*/ 165 h 368"/>
                    <ns1:gd name="T20" fmla="*/ 144 w 156"/>
                    <ns1:gd name="T21" fmla="*/ 168 h 368"/>
                    <ns1:gd name="T22" fmla="*/ 144 w 156"/>
                    <ns1:gd name="T23" fmla="*/ 168 h 368"/>
                    <ns1:gd name="T24" fmla="*/ 144 w 156"/>
                    <ns1:gd name="T25" fmla="*/ 172 h 368"/>
                    <ns1:gd name="T26" fmla="*/ 149 w 156"/>
                    <ns1:gd name="T27" fmla="*/ 177 h 368"/>
                    <ns1:gd name="T28" fmla="*/ 151 w 156"/>
                    <ns1:gd name="T29" fmla="*/ 177 h 368"/>
                    <ns1:gd name="T30" fmla="*/ 156 w 156"/>
                    <ns1:gd name="T31" fmla="*/ 177 h 368"/>
                    <ns1:gd name="T32" fmla="*/ 156 w 156"/>
                    <ns1:gd name="T33" fmla="*/ 177 h 368"/>
                    <ns1:gd name="T34" fmla="*/ 156 w 156"/>
                    <ns1:gd name="T35" fmla="*/ 177 h 368"/>
                    <ns1:gd name="T36" fmla="*/ 156 w 156"/>
                    <ns1:gd name="T37" fmla="*/ 177 h 3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156" h="368">
                      <ns1:moveTo>
                        <ns1:pt x="156" y="177"/>
                      </ns1:moveTo>
                      <ns1:lnTo>
                        <ns1:pt x="156" y="368"/>
                      </ns1:lnTo>
                      <ns1:lnTo>
                        <ns1:pt x="156" y="368"/>
                      </ns1:lnTo>
                      <ns1:lnTo>
                        <ns1:pt x="151" y="368"/>
                      </ns1:lnTo>
                      <ns1:lnTo>
                        <ns1:pt x="0" y="5"/>
                      </ns1:lnTo>
                      <ns1:lnTo>
                        <ns1:pt x="0" y="5"/>
                      </ns1:lnTo>
                      <ns1:lnTo>
                        <ns1:pt x="3" y="0"/>
                      </ns1:lnTo>
                      <ns1:lnTo>
                        <ns1:pt x="149" y="161"/>
                      </ns1:lnTo>
                      <ns1:lnTo>
                        <ns1:pt x="149" y="161"/>
                      </ns1:lnTo>
                      <ns1:lnTo>
                        <ns1:pt x="144" y="165"/>
                      </ns1:lnTo>
                      <ns1:lnTo>
                        <ns1:pt x="144" y="168"/>
                      </ns1:lnTo>
                      <ns1:lnTo>
                        <ns1:pt x="144" y="168"/>
                      </ns1:lnTo>
                      <ns1:lnTo>
                        <ns1:pt x="144" y="172"/>
                      </ns1:lnTo>
                      <ns1:lnTo>
                        <ns1:pt x="149" y="177"/>
                      </ns1:lnTo>
                      <ns1:lnTo>
                        <ns1:pt x="151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5" name="Freeform 72">
                  <ns1:extLst>
                    <ns1:ext uri="{FF2B5EF4-FFF2-40B4-BE49-F238E27FC236}">
                      <ns2:creationId id="{D44EB850-8FC7-42B7-8EE6-54EE13925D28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20875" y="4003675"/>
                  <ns1:ext cx="584200" cy="273050"/>
                </ns1:xfrm>
                <ns1:custGeom>
                  <ns1:avLst/>
                  <ns1:gdLst>
                    <ns1:gd name="T0" fmla="*/ 224 w 368"/>
                    <ns1:gd name="T1" fmla="*/ 33 h 172"/>
                    <ns1:gd name="T2" fmla="*/ 224 w 368"/>
                    <ns1:gd name="T3" fmla="*/ 33 h 172"/>
                    <ns1:gd name="T4" fmla="*/ 231 w 368"/>
                    <ns1:gd name="T5" fmla="*/ 31 h 172"/>
                    <ns1:gd name="T6" fmla="*/ 234 w 368"/>
                    <ns1:gd name="T7" fmla="*/ 28 h 172"/>
                    <ns1:gd name="T8" fmla="*/ 368 w 368"/>
                    <ns1:gd name="T9" fmla="*/ 168 h 172"/>
                    <ns1:gd name="T10" fmla="*/ 368 w 368"/>
                    <ns1:gd name="T11" fmla="*/ 168 h 172"/>
                    <ns1:gd name="T12" fmla="*/ 366 w 368"/>
                    <ns1:gd name="T13" fmla="*/ 172 h 172"/>
                    <ns1:gd name="T14" fmla="*/ 0 w 368"/>
                    <ns1:gd name="T15" fmla="*/ 2 h 172"/>
                    <ns1:gd name="T16" fmla="*/ 0 w 368"/>
                    <ns1:gd name="T17" fmla="*/ 2 h 172"/>
                    <ns1:gd name="T18" fmla="*/ 0 w 368"/>
                    <ns1:gd name="T19" fmla="*/ 0 h 172"/>
                    <ns1:gd name="T20" fmla="*/ 104 w 368"/>
                    <ns1:gd name="T21" fmla="*/ 12 h 172"/>
                    <ns1:gd name="T22" fmla="*/ 217 w 368"/>
                    <ns1:gd name="T23" fmla="*/ 19 h 172"/>
                    <ns1:gd name="T24" fmla="*/ 217 w 368"/>
                    <ns1:gd name="T25" fmla="*/ 19 h 172"/>
                    <ns1:gd name="T26" fmla="*/ 215 w 368"/>
                    <ns1:gd name="T27" fmla="*/ 21 h 172"/>
                    <ns1:gd name="T28" fmla="*/ 215 w 368"/>
                    <ns1:gd name="T29" fmla="*/ 21 h 172"/>
                    <ns1:gd name="T30" fmla="*/ 217 w 368"/>
                    <ns1:gd name="T31" fmla="*/ 26 h 172"/>
                    <ns1:gd name="T32" fmla="*/ 219 w 368"/>
                    <ns1:gd name="T33" fmla="*/ 28 h 172"/>
                    <ns1:gd name="T34" fmla="*/ 222 w 368"/>
                    <ns1:gd name="T35" fmla="*/ 31 h 172"/>
                    <ns1:gd name="T36" fmla="*/ 224 w 368"/>
                    <ns1:gd name="T37" fmla="*/ 33 h 172"/>
                    <ns1:gd name="T38" fmla="*/ 224 w 368"/>
                    <ns1:gd name="T39" fmla="*/ 33 h 172"/>
                    <ns1:gd name="T40" fmla="*/ 224 w 368"/>
                    <ns1:gd name="T41" fmla="*/ 33 h 172"/>
                    <ns1:gd name="T42" fmla="*/ 224 w 368"/>
                    <ns1:gd name="T43" fmla="*/ 33 h 1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68" h="172">
                      <ns1:moveTo>
                        <ns1:pt x="224" y="33"/>
                      </ns1:moveTo>
                      <ns1:lnTo>
                        <ns1:pt x="224" y="33"/>
                      </ns1:lnTo>
                      <ns1:lnTo>
                        <ns1:pt x="231" y="31"/>
                      </ns1:lnTo>
                      <ns1:lnTo>
                        <ns1:pt x="234" y="28"/>
                      </ns1:lnTo>
                      <ns1:lnTo>
                        <ns1:pt x="368" y="168"/>
                      </ns1:lnTo>
                      <ns1:lnTo>
                        <ns1:pt x="368" y="168"/>
                      </ns1:lnTo>
                      <ns1:lnTo>
                        <ns1:pt x="366" y="172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0" y="0"/>
                      </ns1:lnTo>
                      <ns1:lnTo>
                        <ns1:pt x="104" y="12"/>
                      </ns1:lnTo>
                      <ns1:lnTo>
                        <ns1:pt x="217" y="19"/>
                      </ns1:lnTo>
                      <ns1:lnTo>
                        <ns1:pt x="217" y="19"/>
                      </ns1:lnTo>
                      <ns1:lnTo>
                        <ns1:pt x="215" y="21"/>
                      </ns1:lnTo>
                      <ns1:lnTo>
                        <ns1:pt x="215" y="21"/>
                      </ns1:lnTo>
                      <ns1:lnTo>
                        <ns1:pt x="217" y="26"/>
                      </ns1:lnTo>
                      <ns1:lnTo>
                        <ns1:pt x="219" y="28"/>
                      </ns1:lnTo>
                      <ns1:lnTo>
                        <ns1:pt x="222" y="31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8" name="Freeform 73">
                  <ns1:extLst>
                    <ns1:ext uri="{FF2B5EF4-FFF2-40B4-BE49-F238E27FC236}">
                      <ns2:creationId id="{393F5DDE-1916-4FB6-A6DF-E4880A7EFC7C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32025" y="3929063"/>
                  <ns1:ext cx="625475" cy="100013"/>
                </ns1:xfrm>
                <ns1:custGeom>
                  <ns1:avLst/>
                  <ns1:gdLst>
                    <ns1:gd name="T0" fmla="*/ 394 w 394"/>
                    <ns1:gd name="T1" fmla="*/ 63 h 63"/>
                    <ns1:gd name="T2" fmla="*/ 196 w 394"/>
                    <ns1:gd name="T3" fmla="*/ 47 h 63"/>
                    <ns1:gd name="T4" fmla="*/ 196 w 394"/>
                    <ns1:gd name="T5" fmla="*/ 47 h 63"/>
                    <ns1:gd name="T6" fmla="*/ 193 w 394"/>
                    <ns1:gd name="T7" fmla="*/ 42 h 63"/>
                    <ns1:gd name="T8" fmla="*/ 193 w 394"/>
                    <ns1:gd name="T9" fmla="*/ 40 h 63"/>
                    <ns1:gd name="T10" fmla="*/ 189 w 394"/>
                    <ns1:gd name="T11" fmla="*/ 40 h 63"/>
                    <ns1:gd name="T12" fmla="*/ 186 w 394"/>
                    <ns1:gd name="T13" fmla="*/ 37 h 63"/>
                    <ns1:gd name="T14" fmla="*/ 186 w 394"/>
                    <ns1:gd name="T15" fmla="*/ 37 h 63"/>
                    <ns1:gd name="T16" fmla="*/ 179 w 394"/>
                    <ns1:gd name="T17" fmla="*/ 40 h 63"/>
                    <ns1:gd name="T18" fmla="*/ 177 w 394"/>
                    <ns1:gd name="T19" fmla="*/ 42 h 63"/>
                    <ns1:gd name="T20" fmla="*/ 0 w 394"/>
                    <ns1:gd name="T21" fmla="*/ 0 h 63"/>
                    <ns1:gd name="T22" fmla="*/ 394 w 394"/>
                    <ns1:gd name="T23" fmla="*/ 63 h 63"/>
                    <ns1:gd name="T24" fmla="*/ 394 w 394"/>
                    <ns1:gd name="T25" fmla="*/ 63 h 63"/>
                    <ns1:gd name="T26" fmla="*/ 394 w 394"/>
                    <ns1:gd name="T27" fmla="*/ 63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</ns1:cxnLst>
                  <ns1:rect l="0" t="0" r="r" b="b"/>
                  <ns1:pathLst>
                    <ns1:path w="394" h="63">
                      <ns1:moveTo>
                        <ns1:pt x="394" y="63"/>
                      </ns1:moveTo>
                      <ns1:lnTo>
                        <ns1:pt x="196" y="47"/>
                      </ns1:lnTo>
                      <ns1:lnTo>
                        <ns1:pt x="196" y="47"/>
                      </ns1:lnTo>
                      <ns1:lnTo>
                        <ns1:pt x="193" y="42"/>
                      </ns1:lnTo>
                      <ns1:lnTo>
                        <ns1:pt x="193" y="40"/>
                      </ns1:lnTo>
                      <ns1:lnTo>
                        <ns1:pt x="189" y="40"/>
                      </ns1:lnTo>
                      <ns1:lnTo>
                        <ns1:pt x="186" y="37"/>
                      </ns1:lnTo>
                      <ns1:lnTo>
                        <ns1:pt x="186" y="37"/>
                      </ns1:lnTo>
                      <ns1:lnTo>
                        <ns1:pt x="179" y="40"/>
                      </ns1:lnTo>
                      <ns1:lnTo>
                        <ns1:pt x="177" y="42"/>
                      </ns1:lnTo>
                      <ns1:lnTo>
                        <ns1:pt x="0" y="0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9" name="Freeform 74">
                  <ns1:extLst>
                    <ns1:ext uri="{FF2B5EF4-FFF2-40B4-BE49-F238E27FC236}">
                      <ns2:creationId id="{C874F2FA-57DB-4BD4-A780-EACEA1B7F34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589213" y="3924300"/>
                  <ns1:ext cx="633413" cy="139700"/>
                </ns1:xfrm>
                <ns1:custGeom>
                  <ns1:avLst/>
                  <ns1:gdLst>
                    <ns1:gd name="T0" fmla="*/ 192 w 399"/>
                    <ns1:gd name="T1" fmla="*/ 0 h 88"/>
                    <ns1:gd name="T2" fmla="*/ 192 w 399"/>
                    <ns1:gd name="T3" fmla="*/ 0 h 88"/>
                    <ns1:gd name="T4" fmla="*/ 194 w 399"/>
                    <ns1:gd name="T5" fmla="*/ 5 h 88"/>
                    <ns1:gd name="T6" fmla="*/ 194 w 399"/>
                    <ns1:gd name="T7" fmla="*/ 5 h 88"/>
                    <ns1:gd name="T8" fmla="*/ 199 w 399"/>
                    <ns1:gd name="T9" fmla="*/ 7 h 88"/>
                    <ns1:gd name="T10" fmla="*/ 201 w 399"/>
                    <ns1:gd name="T11" fmla="*/ 10 h 88"/>
                    <ns1:gd name="T12" fmla="*/ 201 w 399"/>
                    <ns1:gd name="T13" fmla="*/ 10 h 88"/>
                    <ns1:gd name="T14" fmla="*/ 206 w 399"/>
                    <ns1:gd name="T15" fmla="*/ 7 h 88"/>
                    <ns1:gd name="T16" fmla="*/ 208 w 399"/>
                    <ns1:gd name="T17" fmla="*/ 5 h 88"/>
                    <ns1:gd name="T18" fmla="*/ 210 w 399"/>
                    <ns1:gd name="T19" fmla="*/ 5 h 88"/>
                    <ns1:gd name="T20" fmla="*/ 213 w 399"/>
                    <ns1:gd name="T21" fmla="*/ 0 h 88"/>
                    <ns1:gd name="T22" fmla="*/ 399 w 399"/>
                    <ns1:gd name="T23" fmla="*/ 47 h 88"/>
                    <ns1:gd name="T24" fmla="*/ 399 w 399"/>
                    <ns1:gd name="T25" fmla="*/ 47 h 88"/>
                    <ns1:gd name="T26" fmla="*/ 399 w 399"/>
                    <ns1:gd name="T27" fmla="*/ 50 h 88"/>
                    <ns1:gd name="T28" fmla="*/ 0 w 399"/>
                    <ns1:gd name="T29" fmla="*/ 88 h 88"/>
                    <ns1:gd name="T30" fmla="*/ 0 w 399"/>
                    <ns1:gd name="T31" fmla="*/ 88 h 88"/>
                    <ns1:gd name="T32" fmla="*/ 0 w 399"/>
                    <ns1:gd name="T33" fmla="*/ 83 h 88"/>
                    <ns1:gd name="T34" fmla="*/ 192 w 399"/>
                    <ns1:gd name="T35" fmla="*/ 0 h 88"/>
                    <ns1:gd name="T36" fmla="*/ 192 w 399"/>
                    <ns1:gd name="T37" fmla="*/ 0 h 88"/>
                    <ns1:gd name="T38" fmla="*/ 192 w 399"/>
                    <ns1:gd name="T39" fmla="*/ 0 h 8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99" h="88">
                      <ns1:moveTo>
                        <ns1:pt x="192" y="0"/>
                      </ns1:moveTo>
                      <ns1:lnTo>
                        <ns1:pt x="192" y="0"/>
                      </ns1:lnTo>
                      <ns1:lnTo>
                        <ns1:pt x="194" y="5"/>
                      </ns1:lnTo>
                      <ns1:lnTo>
                        <ns1:pt x="194" y="5"/>
                      </ns1:lnTo>
                      <ns1:lnTo>
                        <ns1:pt x="199" y="7"/>
                      </ns1:lnTo>
                      <ns1:lnTo>
                        <ns1:pt x="201" y="10"/>
                      </ns1:lnTo>
                      <ns1:lnTo>
                        <ns1:pt x="201" y="10"/>
                      </ns1:lnTo>
                      <ns1:lnTo>
                        <ns1:pt x="206" y="7"/>
                      </ns1:lnTo>
                      <ns1:lnTo>
                        <ns1:pt x="208" y="5"/>
                      </ns1:lnTo>
                      <ns1:lnTo>
                        <ns1:pt x="210" y="5"/>
                      </ns1:lnTo>
                      <ns1:lnTo>
                        <ns1:pt x="213" y="0"/>
                      </ns1:lnTo>
                      <ns1:lnTo>
                        <ns1:pt x="399" y="47"/>
                      </ns1:lnTo>
                      <ns1:lnTo>
                        <ns1:pt x="399" y="47"/>
                      </ns1:lnTo>
                      <ns1:lnTo>
                        <ns1:pt x="399" y="50"/>
                      </ns1:lnTo>
                      <ns1:lnTo>
                        <ns1:pt x="0" y="88"/>
                      </ns1:lnTo>
                      <ns1:lnTo>
                        <ns1:pt x="0" y="88"/>
                      </ns1:lnTo>
                      <ns1:lnTo>
                        <ns1:pt x="0" y="83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0" name="Freeform 75">
                  <ns1:extLst>
                    <ns1:ext uri="{FF2B5EF4-FFF2-40B4-BE49-F238E27FC236}">
                      <ns2:creationId id="{D1EF072D-B509-4927-8726-76C33A8D0C20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065463" y="4081463"/>
                  <ns1:ext cx="431800" cy="476250"/>
                </ns1:xfrm>
                <ns1:custGeom>
                  <ns1:avLst/>
                  <ns1:gdLst>
                    <ns1:gd name="T0" fmla="*/ 83 w 272"/>
                    <ns1:gd name="T1" fmla="*/ 119 h 300"/>
                    <ns1:gd name="T2" fmla="*/ 83 w 272"/>
                    <ns1:gd name="T3" fmla="*/ 119 h 300"/>
                    <ns1:gd name="T4" fmla="*/ 88 w 272"/>
                    <ns1:gd name="T5" fmla="*/ 121 h 300"/>
                    <ns1:gd name="T6" fmla="*/ 88 w 272"/>
                    <ns1:gd name="T7" fmla="*/ 121 h 300"/>
                    <ns1:gd name="T8" fmla="*/ 90 w 272"/>
                    <ns1:gd name="T9" fmla="*/ 119 h 300"/>
                    <ns1:gd name="T10" fmla="*/ 95 w 272"/>
                    <ns1:gd name="T11" fmla="*/ 119 h 300"/>
                    <ns1:gd name="T12" fmla="*/ 97 w 272"/>
                    <ns1:gd name="T13" fmla="*/ 114 h 300"/>
                    <ns1:gd name="T14" fmla="*/ 97 w 272"/>
                    <ns1:gd name="T15" fmla="*/ 111 h 300"/>
                    <ns1:gd name="T16" fmla="*/ 97 w 272"/>
                    <ns1:gd name="T17" fmla="*/ 111 h 300"/>
                    <ns1:gd name="T18" fmla="*/ 95 w 272"/>
                    <ns1:gd name="T19" fmla="*/ 107 h 300"/>
                    <ns1:gd name="T20" fmla="*/ 270 w 272"/>
                    <ns1:gd name="T21" fmla="*/ 0 h 300"/>
                    <ns1:gd name="T22" fmla="*/ 270 w 272"/>
                    <ns1:gd name="T23" fmla="*/ 0 h 300"/>
                    <ns1:gd name="T24" fmla="*/ 272 w 272"/>
                    <ns1:gd name="T25" fmla="*/ 3 h 300"/>
                    <ns1:gd name="T26" fmla="*/ 229 w 272"/>
                    <ns1:gd name="T27" fmla="*/ 48 h 300"/>
                    <ns1:gd name="T28" fmla="*/ 0 w 272"/>
                    <ns1:gd name="T29" fmla="*/ 300 h 300"/>
                    <ns1:gd name="T30" fmla="*/ 0 w 272"/>
                    <ns1:gd name="T31" fmla="*/ 300 h 300"/>
                    <ns1:gd name="T32" fmla="*/ 0 w 272"/>
                    <ns1:gd name="T33" fmla="*/ 300 h 300"/>
                    <ns1:gd name="T34" fmla="*/ 83 w 272"/>
                    <ns1:gd name="T35" fmla="*/ 119 h 300"/>
                    <ns1:gd name="T36" fmla="*/ 83 w 272"/>
                    <ns1:gd name="T37" fmla="*/ 119 h 300"/>
                    <ns1:gd name="T38" fmla="*/ 83 w 272"/>
                    <ns1:gd name="T39" fmla="*/ 119 h 3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72" h="300">
                      <ns1:moveTo>
                        <ns1:pt x="83" y="119"/>
                      </ns1:moveTo>
                      <ns1:lnTo>
                        <ns1:pt x="83" y="119"/>
                      </ns1:lnTo>
                      <ns1:lnTo>
                        <ns1:pt x="88" y="121"/>
                      </ns1:lnTo>
                      <ns1:lnTo>
                        <ns1:pt x="88" y="121"/>
                      </ns1:lnTo>
                      <ns1:lnTo>
                        <ns1:pt x="90" y="119"/>
                      </ns1:lnTo>
                      <ns1:lnTo>
                        <ns1:pt x="95" y="119"/>
                      </ns1:lnTo>
                      <ns1:lnTo>
                        <ns1:pt x="97" y="114"/>
                      </ns1:lnTo>
                      <ns1:lnTo>
                        <ns1:pt x="97" y="111"/>
                      </ns1:lnTo>
                      <ns1:lnTo>
                        <ns1:pt x="97" y="111"/>
                      </ns1:lnTo>
                      <ns1:lnTo>
                        <ns1:pt x="95" y="107"/>
                      </ns1:lnTo>
                      <ns1:lnTo>
                        <ns1:pt x="270" y="0"/>
                      </ns1:lnTo>
                      <ns1:lnTo>
                        <ns1:pt x="270" y="0"/>
                      </ns1:lnTo>
                      <ns1:lnTo>
                        <ns1:pt x="272" y="3"/>
                      </ns1:lnTo>
                      <ns1:lnTo>
                        <ns1:pt x="229" y="48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1" name="Freeform 76">
                  <ns1:extLst>
                    <ns1:ext uri="{FF2B5EF4-FFF2-40B4-BE49-F238E27FC236}">
                      <ns2:creationId id="{75572AA2-700F-4244-A48D-DFB39907D5B6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36913" y="4614863"/>
                  <ns1:ext cx="149225" cy="619125"/>
                </ns1:xfrm>
                <ns1:custGeom>
                  <ns1:avLst/>
                  <ns1:gdLst>
                    <ns1:gd name="T0" fmla="*/ 89 w 94"/>
                    <ns1:gd name="T1" fmla="*/ 0 h 390"/>
                    <ns1:gd name="T2" fmla="*/ 89 w 94"/>
                    <ns1:gd name="T3" fmla="*/ 0 h 390"/>
                    <ns1:gd name="T4" fmla="*/ 94 w 94"/>
                    <ns1:gd name="T5" fmla="*/ 2 h 390"/>
                    <ns1:gd name="T6" fmla="*/ 11 w 94"/>
                    <ns1:gd name="T7" fmla="*/ 390 h 390"/>
                    <ns1:gd name="T8" fmla="*/ 11 w 94"/>
                    <ns1:gd name="T9" fmla="*/ 390 h 390"/>
                    <ns1:gd name="T10" fmla="*/ 11 w 94"/>
                    <ns1:gd name="T11" fmla="*/ 390 h 390"/>
                    <ns1:gd name="T12" fmla="*/ 11 w 94"/>
                    <ns1:gd name="T13" fmla="*/ 390 h 390"/>
                    <ns1:gd name="T14" fmla="*/ 11 w 94"/>
                    <ns1:gd name="T15" fmla="*/ 390 h 390"/>
                    <ns1:gd name="T16" fmla="*/ 0 w 94"/>
                    <ns1:gd name="T17" fmla="*/ 177 h 390"/>
                    <ns1:gd name="T18" fmla="*/ 0 w 94"/>
                    <ns1:gd name="T19" fmla="*/ 177 h 390"/>
                    <ns1:gd name="T20" fmla="*/ 2 w 94"/>
                    <ns1:gd name="T21" fmla="*/ 175 h 390"/>
                    <ns1:gd name="T22" fmla="*/ 7 w 94"/>
                    <ns1:gd name="T23" fmla="*/ 172 h 390"/>
                    <ns1:gd name="T24" fmla="*/ 7 w 94"/>
                    <ns1:gd name="T25" fmla="*/ 170 h 390"/>
                    <ns1:gd name="T26" fmla="*/ 7 w 94"/>
                    <ns1:gd name="T27" fmla="*/ 165 h 390"/>
                    <ns1:gd name="T28" fmla="*/ 7 w 94"/>
                    <ns1:gd name="T29" fmla="*/ 165 h 390"/>
                    <ns1:gd name="T30" fmla="*/ 7 w 94"/>
                    <ns1:gd name="T31" fmla="*/ 161 h 390"/>
                    <ns1:gd name="T32" fmla="*/ 2 w 94"/>
                    <ns1:gd name="T33" fmla="*/ 156 h 390"/>
                    <ns1:gd name="T34" fmla="*/ 89 w 94"/>
                    <ns1:gd name="T35" fmla="*/ 0 h 390"/>
                    <ns1:gd name="T36" fmla="*/ 89 w 94"/>
                    <ns1:gd name="T37" fmla="*/ 0 h 390"/>
                    <ns1:gd name="T38" fmla="*/ 89 w 94"/>
                    <ns1:gd name="T39" fmla="*/ 0 h 3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94" h="390">
                      <ns1:moveTo>
                        <ns1:pt x="89" y="0"/>
                      </ns1:moveTo>
                      <ns1:lnTo>
                        <ns1:pt x="89" y="0"/>
                      </ns1:lnTo>
                      <ns1:lnTo>
                        <ns1:pt x="94" y="2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0" y="177"/>
                      </ns1:lnTo>
                      <ns1:lnTo>
                        <ns1:pt x="0" y="177"/>
                      </ns1:lnTo>
                      <ns1:lnTo>
                        <ns1:pt x="2" y="175"/>
                      </ns1:lnTo>
                      <ns1:lnTo>
                        <ns1:pt x="7" y="172"/>
                      </ns1:lnTo>
                      <ns1:lnTo>
                        <ns1:pt x="7" y="170"/>
                      </ns1:lnTo>
                      <ns1:lnTo>
                        <ns1:pt x="7" y="165"/>
                      </ns1:lnTo>
                      <ns1:lnTo>
                        <ns1:pt x="7" y="165"/>
                      </ns1:lnTo>
                      <ns1:lnTo>
                        <ns1:pt x="7" y="161"/>
                      </ns1:lnTo>
                      <ns1:lnTo>
                        <ns1:pt x="2" y="156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2" name="Freeform 77">
                  <ns1:extLst>
                    <ns1:ext uri="{FF2B5EF4-FFF2-40B4-BE49-F238E27FC236}">
                      <ns2:creationId id="{5BB74845-FC84-4A90-A75F-DF0889C9BE31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25800" y="4618038"/>
                  <ns1:ext cx="1143000" cy="644525"/>
                </ns1:xfrm>
                <ns1:custGeom>
                  <ns1:avLst/>
                  <ns1:gdLst>
                    <ns1:gd name="T0" fmla="*/ 87 w 720"/>
                    <ns1:gd name="T1" fmla="*/ 0 h 406"/>
                    <ns1:gd name="T2" fmla="*/ 720 w 720"/>
                    <ns1:gd name="T3" fmla="*/ 274 h 406"/>
                    <ns1:gd name="T4" fmla="*/ 0 w 720"/>
                    <ns1:gd name="T5" fmla="*/ 406 h 4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720" h="406">
                      <ns1:moveTo>
                        <ns1:pt x="87" y="0"/>
                      </ns1:moveTo>
                      <ns1:lnTo>
                        <ns1:pt x="720" y="274"/>
                      </ns1:lnTo>
                      <ns1:lnTo>
                        <ns1:pt x="0" y="40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3" name="Freeform 78">
                  <ns1:extLst>
                    <ns1:ext uri="{FF2B5EF4-FFF2-40B4-BE49-F238E27FC236}">
                      <ns2:creationId id="{72E813CE-EE06-4D23-9FCD-6CB85E2D62B8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636838" y="4006850"/>
                  <ns1:ext cx="1604963" cy="1042988"/>
                </ns1:xfrm>
                <ns1:custGeom>
                  <ns1:avLst/>
                  <ns1:gdLst>
                    <ns1:gd name="T0" fmla="*/ 0 w 1011"/>
                    <ns1:gd name="T1" fmla="*/ 47 h 657"/>
                    <ns1:gd name="T2" fmla="*/ 340 w 1011"/>
                    <ns1:gd name="T3" fmla="*/ 657 h 657"/>
                    <ns1:gd name="T4" fmla="*/ 451 w 1011"/>
                    <ns1:gd name="T5" fmla="*/ 0 h 657"/>
                    <ns1:gd name="T6" fmla="*/ 845 w 1011"/>
                    <ns1:gd name="T7" fmla="*/ 199 h 657"/>
                    <ns1:gd name="T8" fmla="*/ 340 w 1011"/>
                    <ns1:gd name="T9" fmla="*/ 654 h 657"/>
                    <ns1:gd name="T10" fmla="*/ 1011 w 1011"/>
                    <ns1:gd name="T11" fmla="*/ 572 h 65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011" h="657">
                      <ns1:moveTo>
                        <ns1:pt x="0" y="47"/>
                      </ns1:moveTo>
                      <ns1:lnTo>
                        <ns1:pt x="340" y="657"/>
                      </ns1:lnTo>
                      <ns1:lnTo>
                        <ns1:pt x="451" y="0"/>
                      </ns1:lnTo>
                      <ns1:lnTo>
                        <ns1:pt x="845" y="199"/>
                      </ns1:lnTo>
                      <ns1:lnTo>
                        <ns1:pt x="340" y="654"/>
                      </ns1:lnTo>
                      <ns1:lnTo>
                        <ns1:pt x="1011" y="572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4" name="Line 79">
                  <ns1:extLst>
                    <ns1:ext uri="{FF2B5EF4-FFF2-40B4-BE49-F238E27FC236}">
                      <ns2:creationId id="{7519AB33-5D69-4B32-9A4D-7C77C4C16BD0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9838"/>
                  <ns1:ext cx="457200" cy="100488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5" name="Line 80">
                  <ns1:extLst>
                    <ns1:ext uri="{FF2B5EF4-FFF2-40B4-BE49-F238E27FC236}">
                      <ns2:creationId id="{D4D437D8-C3E3-4378-8D2E-662A31DF0C2C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1647825" y="6043613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6" name="Line 81">
                  <ns1:extLst>
                    <ns1:ext uri="{FF2B5EF4-FFF2-40B4-BE49-F238E27FC236}">
                      <ns2:creationId id="{0DC4BE69-5711-4955-9D47-FF621C83F8A6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5075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7" name="Freeform 82">
                  <ns1:extLst>
                    <ns1:ext uri="{FF2B5EF4-FFF2-40B4-BE49-F238E27FC236}">
                      <ns2:creationId id="{5F948CBE-1434-43E8-9213-1439E6288AE7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097088" y="4006850"/>
                  <ns1:ext cx="985838" cy="1533525"/>
                </ns1:xfrm>
                <ns1:custGeom>
                  <ns1:avLst/>
                  <ns1:gdLst>
                    <ns1:gd name="T0" fmla="*/ 111 w 621"/>
                    <ns1:gd name="T1" fmla="*/ 0 h 966"/>
                    <ns1:gd name="T2" fmla="*/ 0 w 621"/>
                    <ns1:gd name="T3" fmla="*/ 654 h 966"/>
                    <ns1:gd name="T4" fmla="*/ 621 w 621"/>
                    <ns1:gd name="T5" fmla="*/ 966 h 9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621" h="966">
                      <ns1:moveTo>
                        <ns1:pt x="111" y="0"/>
                      </ns1:moveTo>
                      <ns1:lnTo>
                        <ns1:pt x="0" y="654"/>
                      </ns1:lnTo>
                      <ns1:lnTo>
                        <ns1:pt x="621" y="96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8" name="Line 83">
                  <ns1:extLst>
                    <ns1:ext uri="{FF2B5EF4-FFF2-40B4-BE49-F238E27FC236}">
                      <ns2:creationId id="{CD801716-E6AE-434E-B746-4A61EFE662B4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292350" y="5045075"/>
                  <ns1:ext cx="195263" cy="117475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9" name="Line 84">
                  <ns1:extLst>
                    <ns1:ext uri="{FF2B5EF4-FFF2-40B4-BE49-F238E27FC236}">
                      <ns2:creationId id="{651D590C-4D84-4207-A6E9-CCBB0B79EC39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881313" y="5057775"/>
                  <ns1:ext cx="784225" cy="78263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</ns0:grpSp>
        </ns0:grpSp>
        <ns0:pic>
          <ns0:nvPicPr>
            <ns0:cNvPr id="420" name="图片 419">
              <ns1:extLst>
                <ns1:ext uri="{FF2B5EF4-FFF2-40B4-BE49-F238E27FC236}">
                  <ns2:creationId id="{AA27CF7D-6BA0-423F-8890-FBEA10887A2F}"/>
                </ns1:ext>
              </ns1:extLst>
            </ns0:cNvPr>
            <ns0:cNvPicPr>
              <ns1:picLocks noChangeAspect="1"/>
            </ns0:cNvPicPr>
            <ns0:nvPr/>
          </ns0:nvPicPr>
          <ns0:blipFill rotWithShape="1">
            <ns1:blip ns3:embed="rId6" cstate="print">
              <ns1:extLst>
                <ns1:ext uri="{28A0092B-C50C-407E-A947-70E740481C1C}">
                  <ns4:useLocalDpi val="0"/>
                </ns1:ext>
              </ns1:extLst>
            </ns1:blip>
            <ns1:srcRect l="41275" r="32842"/>
            <ns1:stretch/>
          </ns0:blipFill>
          <ns0:spPr>
            <ns1:xfrm>
              <ns1:off x="3267800" y="4232028"/>
              <ns1:ext cx="572098" cy="1800000"/>
            </ns1:xfrm>
            <ns1:prstGeom prst="rect">
              <ns1:avLst/>
            </ns1:prstGeom>
          </ns0:spPr>
        </ns0:pic>
        <ns0:grpSp>
          <ns0:nvGrpSpPr>
            <ns0:cNvPr id="421" name="组合 112">
              <ns1:extLst>
                <ns1:ext uri="{FF2B5EF4-FFF2-40B4-BE49-F238E27FC236}">
                  <ns2:creationId id="{28A486A0-F0AF-4932-9C4C-9DC2D0B7E1B8}"/>
                </ns1:ext>
              </ns1:extLst>
            </ns0:cNvPr>
            <ns0:cNvGrpSpPr/>
            <ns0:nvPr/>
          </ns0:nvGrpSpPr>
          <ns0:grpSpPr>
            <ns1:xfrm>
              <ns1:off x="4867466" y="4923135"/>
              <ns1:ext cx="1727763" cy="355509"/>
              <ns1:chOff x="1057027" y="4747826"/>
              <ns1:chExt cx="5075277" cy="1001466"/>
            </ns1:xfrm>
          </ns0:grpSpPr>
          <ns0:pic>
            <ns0:nvPicPr>
              <ns0:cNvPr id="422" name="图片 334">
                <ns1:extLst>
                  <ns1:ext uri="{FF2B5EF4-FFF2-40B4-BE49-F238E27FC236}">
                    <ns2:creationId id="{EFF1D717-FAE2-45B9-8C8A-4B15C03B8440}"/>
                  </ns1:ext>
                </ns1:extLst>
              </ns0:cNvPr>
              <ns0:cNvPicPr>
                <ns1:picLocks noChangeAspect="1"/>
              </ns0:cNvPicPr>
              <ns0:nvPr/>
            </ns0:nvPicPr>
            <ns0:blipFill>
              <ns1:blip ns3:embed="rId4" cstate="print">
                <ns1:extLst>
                  <ns1:ext uri="{28A0092B-C50C-407E-A947-70E740481C1C}">
                    <ns4:useLocalDpi val="0"/>
                  </ns1:ext>
                </ns1:extLst>
              </ns1:blip>
              <ns1:stretch>
                <ns1:fillRect/>
              </ns1:stretch>
            </ns0:blipFill>
            <ns0:spPr>
              <ns1:xfrm>
                <ns1:off x="1057027" y="4747826"/>
                <ns1:ext cx="5075277" cy="1001466"/>
              </ns1:xfrm>
              <ns1:prstGeom prst="rect">
                <ns1:avLst/>
              </ns1:prstGeom>
            </ns0:spPr>
          </ns0:pic>
          <ns0:grpSp>
            <ns0:nvGrpSpPr>
              <ns0:cNvPr id="423" name="组合 194">
                <ns1:extLst>
                  <ns1:ext uri="{FF2B5EF4-FFF2-40B4-BE49-F238E27FC236}">
                    <ns2:creationId id="{19D53097-B414-420D-A57C-BE54CE29027C}"/>
                  </ns1:ext>
                </ns1:extLst>
              </ns0:cNvPr>
              <ns0:cNvGrpSpPr/>
              <ns0:nvPr/>
            </ns0:nvGrpSpPr>
            <ns0:grpSpPr>
              <ns1:xfrm>
                <ns1:off x="2352811" y="5040974"/>
                <ns1:ext cx="2386836" cy="333035"/>
                <ns1:chOff x="-3260725" y="3905250"/>
                <ns1:chExt cx="2325688" cy="2336800"/>
              </ns1:xfrm>
            </ns0:grpSpPr>
            <ns0:sp>
              <ns0:nvSpPr>
                <ns0:cNvPr id="424" name="Freeform 63">
                  <ns1:extLst>
                    <ns1:ext uri="{FF2B5EF4-FFF2-40B4-BE49-F238E27FC236}">
                      <ns2:creationId id="{47A29774-7C66-4D59-A099-7E42919C5DF1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60725" y="3905250"/>
                  <ns1:ext cx="2325688" cy="2336800"/>
                </ns1:xfrm>
                <ns1:custGeom>
                  <ns1:avLst/>
                  <ns1:gdLst>
                    <ns1:gd name="T0" fmla="*/ 22 w 1465"/>
                    <ns1:gd name="T1" fmla="*/ 837 h 1472"/>
                    <ns1:gd name="T2" fmla="*/ 15 w 1465"/>
                    <ns1:gd name="T3" fmla="*/ 846 h 1472"/>
                    <ns1:gd name="T4" fmla="*/ 26 w 1465"/>
                    <ns1:gd name="T5" fmla="*/ 855 h 1472"/>
                    <ns1:gd name="T6" fmla="*/ 71 w 1465"/>
                    <ns1:gd name="T7" fmla="*/ 1061 h 1472"/>
                    <ns1:gd name="T8" fmla="*/ 64 w 1465"/>
                    <ns1:gd name="T9" fmla="*/ 1073 h 1472"/>
                    <ns1:gd name="T10" fmla="*/ 69 w 1465"/>
                    <ns1:gd name="T11" fmla="*/ 1082 h 1472"/>
                    <ns1:gd name="T12" fmla="*/ 78 w 1465"/>
                    <ns1:gd name="T13" fmla="*/ 1082 h 1472"/>
                    <ns1:gd name="T14" fmla="*/ 355 w 1465"/>
                    <ns1:gd name="T15" fmla="*/ 1406 h 1472"/>
                    <ns1:gd name="T16" fmla="*/ 362 w 1465"/>
                    <ns1:gd name="T17" fmla="*/ 1415 h 1472"/>
                    <ns1:gd name="T18" fmla="*/ 371 w 1465"/>
                    <ns1:gd name="T19" fmla="*/ 1415 h 1472"/>
                    <ns1:gd name="T20" fmla="*/ 593 w 1465"/>
                    <ns1:gd name="T21" fmla="*/ 1434 h 1472"/>
                    <ns1:gd name="T22" fmla="*/ 605 w 1465"/>
                    <ns1:gd name="T23" fmla="*/ 1453 h 1472"/>
                    <ns1:gd name="T24" fmla="*/ 624 w 1465"/>
                    <ns1:gd name="T25" fmla="*/ 1448 h 1472"/>
                    <ns1:gd name="T26" fmla="*/ 827 w 1465"/>
                    <ns1:gd name="T27" fmla="*/ 1463 h 1472"/>
                    <ns1:gd name="T28" fmla="*/ 837 w 1465"/>
                    <ns1:gd name="T29" fmla="*/ 1472 h 1472"/>
                    <ns1:gd name="T30" fmla="*/ 846 w 1465"/>
                    <ns1:gd name="T31" fmla="*/ 1467 h 1472"/>
                    <ns1:gd name="T32" fmla="*/ 1250 w 1465"/>
                    <ns1:gd name="T33" fmla="*/ 1264 h 1472"/>
                    <ns1:gd name="T34" fmla="*/ 1252 w 1465"/>
                    <ns1:gd name="T35" fmla="*/ 1264 h 1472"/>
                    <ns1:gd name="T36" fmla="*/ 1252 w 1465"/>
                    <ns1:gd name="T37" fmla="*/ 1264 h 1472"/>
                    <ns1:gd name="T38" fmla="*/ 1349 w 1465"/>
                    <ns1:gd name="T39" fmla="*/ 1101 h 1472"/>
                    <ns1:gd name="T40" fmla="*/ 1368 w 1465"/>
                    <ns1:gd name="T41" fmla="*/ 1094 h 1472"/>
                    <ns1:gd name="T42" fmla="*/ 1385 w 1465"/>
                    <ns1:gd name="T43" fmla="*/ 1073 h 1472"/>
                    <ns1:gd name="T44" fmla="*/ 1380 w 1465"/>
                    <ns1:gd name="T45" fmla="*/ 1049 h 1472"/>
                    <ns1:gd name="T46" fmla="*/ 1451 w 1465"/>
                    <ns1:gd name="T47" fmla="*/ 867 h 1472"/>
                    <ns1:gd name="T48" fmla="*/ 1463 w 1465"/>
                    <ns1:gd name="T49" fmla="*/ 865 h 1472"/>
                    <ns1:gd name="T50" fmla="*/ 1463 w 1465"/>
                    <ns1:gd name="T51" fmla="*/ 853 h 1472"/>
                    <ns1:gd name="T52" fmla="*/ 1455 w 1465"/>
                    <ns1:gd name="T53" fmla="*/ 848 h 1472"/>
                    <ns1:gd name="T54" fmla="*/ 1401 w 1465"/>
                    <ns1:gd name="T55" fmla="*/ 433 h 1472"/>
                    <ns1:gd name="T56" fmla="*/ 1399 w 1465"/>
                    <ns1:gd name="T57" fmla="*/ 419 h 1472"/>
                    <ns1:gd name="T58" fmla="*/ 1387 w 1465"/>
                    <ns1:gd name="T59" fmla="*/ 416 h 1472"/>
                    <ns1:gd name="T60" fmla="*/ 1248 w 1465"/>
                    <ns1:gd name="T61" fmla="*/ 244 h 1472"/>
                    <ns1:gd name="T62" fmla="*/ 1233 w 1465"/>
                    <ns1:gd name="T63" fmla="*/ 225 h 1472"/>
                    <ns1:gd name="T64" fmla="*/ 1215 w 1465"/>
                    <ns1:gd name="T65" fmla="*/ 227 h 1472"/>
                    <ns1:gd name="T66" fmla="*/ 1080 w 1465"/>
                    <ns1:gd name="T67" fmla="*/ 83 h 1472"/>
                    <ns1:gd name="T68" fmla="*/ 1068 w 1465"/>
                    <ns1:gd name="T69" fmla="*/ 74 h 1472"/>
                    <ns1:gd name="T70" fmla="*/ 636 w 1465"/>
                    <ns1:gd name="T71" fmla="*/ 10 h 1472"/>
                    <ns1:gd name="T72" fmla="*/ 629 w 1465"/>
                    <ns1:gd name="T73" fmla="*/ 0 h 1472"/>
                    <ns1:gd name="T74" fmla="*/ 617 w 1465"/>
                    <ns1:gd name="T75" fmla="*/ 3 h 1472"/>
                    <ns1:gd name="T76" fmla="*/ 423 w 1465"/>
                    <ns1:gd name="T77" fmla="*/ 95 h 1472"/>
                    <ns1:gd name="T78" fmla="*/ 407 w 1465"/>
                    <ns1:gd name="T79" fmla="*/ 83 h 1472"/>
                    <ns1:gd name="T80" fmla="*/ 390 w 1465"/>
                    <ns1:gd name="T81" fmla="*/ 95 h 1472"/>
                    <ns1:gd name="T82" fmla="*/ 393 w 1465"/>
                    <ns1:gd name="T83" fmla="*/ 109 h 1472"/>
                    <ns1:gd name="T84" fmla="*/ 211 w 1465"/>
                    <ns1:gd name="T85" fmla="*/ 211 h 1472"/>
                    <ns1:gd name="T86" fmla="*/ 201 w 1465"/>
                    <ns1:gd name="T87" fmla="*/ 218 h 1472"/>
                    <ns1:gd name="T88" fmla="*/ 206 w 1465"/>
                    <ns1:gd name="T89" fmla="*/ 230 h 1472"/>
                    <ns1:gd name="T90" fmla="*/ 114 w 1465"/>
                    <ns1:gd name="T91" fmla="*/ 409 h 1472"/>
                    <ns1:gd name="T92" fmla="*/ 93 w 1465"/>
                    <ns1:gd name="T93" fmla="*/ 430 h 1472"/>
                    <ns1:gd name="T94" fmla="*/ 102 w 1465"/>
                    <ns1:gd name="T95" fmla="*/ 447 h 1472"/>
                    <ns1:gd name="T96" fmla="*/ 12 w 1465"/>
                    <ns1:gd name="T97" fmla="*/ 603 h 1472"/>
                    <ns1:gd name="T98" fmla="*/ 0 w 1465"/>
                    <ns1:gd name="T99" fmla="*/ 612 h 1472"/>
                    <ns1:gd name="T100" fmla="*/ 7 w 1465"/>
                    <ns1:gd name="T101" fmla="*/ 622 h 1472"/>
                    <ns1:gd name="T102" fmla="*/ 10 w 1465"/>
                    <ns1:gd name="T103" fmla="*/ 622 h 14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1465" h="1472">
                      <ns1:moveTo>
                        <ns1:pt x="10" y="622"/>
                      </ns1:move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17" y="839"/>
                      </ns1:lnTo>
                      <ns1:lnTo>
                        <ns1:pt x="15" y="844"/>
                      </ns1:lnTo>
                      <ns1:lnTo>
                        <ns1:pt x="15" y="846"/>
                      </ns1:lnTo>
                      <ns1:lnTo>
                        <ns1:pt x="15" y="846"/>
                      </ns1:lnTo>
                      <ns1:lnTo>
                        <ns1:pt x="15" y="848"/>
                      </ns1:lnTo>
                      <ns1:lnTo>
                        <ns1:pt x="19" y="853"/>
                      </ns1:lnTo>
                      <ns1:lnTo>
                        <ns1:pt x="22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71" y="1061"/>
                      </ns1:lnTo>
                      <ns1:lnTo>
                        <ns1:pt x="71" y="1061"/>
                      </ns1:lnTo>
                      <ns1:lnTo>
                        <ns1:pt x="67" y="1063"/>
                      </ns1:lnTo>
                      <ns1:lnTo>
                        <ns1:pt x="64" y="1066"/>
                      </ns1:lnTo>
                      <ns1:lnTo>
                        <ns1:pt x="64" y="1068"/>
                      </ns1:lnTo>
                      <ns1:lnTo>
                        <ns1:pt x="64" y="1073"/>
                      </ns1:lnTo>
                      <ns1:lnTo>
                        <ns1:pt x="64" y="1073"/>
                      </ns1:lnTo>
                      <ns1:lnTo>
                        <ns1:pt x="64" y="1078"/>
                      </ns1:lnTo>
                      <ns1:lnTo>
                        <ns1:pt x="64" y="1080"/>
                      </ns1:lnTo>
                      <ns1:lnTo>
                        <ns1:pt x="69" y="1082"/>
                      </ns1:lnTo>
                      <ns1:lnTo>
                        <ns1:pt x="74" y="1082"/>
                      </ns1:lnTo>
                      <ns1:lnTo>
                        <ns1:pt x="74" y="1082"/>
                      </ns1:lnTo>
                      <ns1:lnTo>
                        <ns1:pt x="78" y="1082"/>
                      </ns1:lnTo>
                      <ns1:lnTo>
                        <ns1:pt x="78" y="1082"/>
                      </ns1:lnTo>
                      <ns1:lnTo>
                        <ns1:pt x="357" y="1399"/>
                      </ns1:lnTo>
                      <ns1:lnTo>
                        <ns1:pt x="357" y="1399"/>
                      </ns1:lnTo>
                      <ns1:lnTo>
                        <ns1:pt x="355" y="1404"/>
                      </ns1:lnTo>
                      <ns1:lnTo>
                        <ns1:pt x="355" y="1406"/>
                      </ns1:lnTo>
                      <ns1:lnTo>
                        <ns1:pt x="355" y="1406"/>
                      </ns1:lnTo>
                      <ns1:lnTo>
                        <ns1:pt x="357" y="1411"/>
                      </ns1:lnTo>
                      <ns1:lnTo>
                        <ns1:pt x="357" y="1413"/>
                      </ns1:lnTo>
                      <ns1:lnTo>
                        <ns1:pt x="362" y="1415"/>
                      </ns1:lnTo>
                      <ns1:lnTo>
                        <ns1:pt x="364" y="1418"/>
                      </ns1:lnTo>
                      <ns1:lnTo>
                        <ns1:pt x="364" y="1418"/>
                      </ns1:lnTo>
                      <ns1:lnTo>
                        <ns1:pt x="369" y="1415"/>
                      </ns1:lnTo>
                      <ns1:lnTo>
                        <ns1:pt x="371" y="1415"/>
                      </ns1:lnTo>
                      <ns1:lnTo>
                        <ns1:pt x="376" y="1411"/>
                      </ns1:lnTo>
                      <ns1:lnTo>
                        <ns1:pt x="593" y="1432"/>
                      </ns1:lnTo>
                      <ns1:lnTo>
                        <ns1:pt x="593" y="1432"/>
                      </ns1:lnTo>
                      <ns1:lnTo>
                        <ns1:pt x="593" y="1434"/>
                      </ns1:lnTo>
                      <ns1:lnTo>
                        <ns1:pt x="593" y="1434"/>
                      </ns1:lnTo>
                      <ns1:lnTo>
                        <ns1:pt x="593" y="1441"/>
                      </ns1:lnTo>
                      <ns1:lnTo>
                        <ns1:pt x="598" y="1448"/>
                      </ns1:lnTo>
                      <ns1:lnTo>
                        <ns1:pt x="605" y="1453"/>
                      </ns1:lnTo>
                      <ns1:lnTo>
                        <ns1:pt x="612" y="1453"/>
                      </ns1:lnTo>
                      <ns1:lnTo>
                        <ns1:pt x="612" y="1453"/>
                      </ns1:lnTo>
                      <ns1:lnTo>
                        <ns1:pt x="617" y="1453"/>
                      </ns1:lnTo>
                      <ns1:lnTo>
                        <ns1:pt x="624" y="1448"/>
                      </ns1:lnTo>
                      <ns1:lnTo>
                        <ns1:pt x="629" y="1444"/>
                      </ns1:lnTo>
                      <ns1:lnTo>
                        <ns1:pt x="631" y="1437"/>
                      </ns1:lnTo>
                      <ns1:lnTo>
                        <ns1:pt x="827" y="1463"/>
                      </ns1:lnTo>
                      <ns1:lnTo>
                        <ns1:pt x="827" y="1463"/>
                      </ns1:lnTo>
                      <ns1:lnTo>
                        <ns1:pt x="827" y="1467"/>
                      </ns1:lnTo>
                      <ns1:lnTo>
                        <ns1:pt x="830" y="1470"/>
                      </ns1:lnTo>
                      <ns1:lnTo>
                        <ns1:pt x="832" y="1472"/>
                      </ns1:lnTo>
                      <ns1:lnTo>
                        <ns1:pt x="837" y="1472"/>
                      </ns1:lnTo>
                      <ns1:lnTo>
                        <ns1:pt x="837" y="1472"/>
                      </ns1:lnTo>
                      <ns1:lnTo>
                        <ns1:pt x="841" y="1472"/>
                      </ns1:lnTo>
                      <ns1:lnTo>
                        <ns1:pt x="844" y="1467"/>
                      </ns1:lnTo>
                      <ns1:lnTo>
                        <ns1:pt x="846" y="1467"/>
                      </ns1:lnTo>
                      <ns1:lnTo>
                        <ns1:pt x="846" y="1463"/>
                      </ns1:lnTo>
                      <ns1:lnTo>
                        <ns1:pt x="846" y="1463"/>
                      </ns1:lnTo>
                      <ns1:lnTo>
                        <ns1:pt x="846" y="1460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335" y="1099"/>
                      </ns1:lnTo>
                      <ns1:lnTo>
                        <ns1:pt x="1335" y="1099"/>
                      </ns1:lnTo>
                      <ns1:lnTo>
                        <ns1:pt x="1342" y="1101"/>
                      </ns1:lnTo>
                      <ns1:lnTo>
                        <ns1:pt x="1349" y="1101"/>
                      </ns1:lnTo>
                      <ns1:lnTo>
                        <ns1:pt x="1349" y="1101"/>
                      </ns1:lnTo>
                      <ns1:lnTo>
                        <ns1:pt x="1356" y="1101"/>
                      </ns1:lnTo>
                      <ns1:lnTo>
                        <ns1:pt x="1363" y="1099"/>
                      </ns1:lnTo>
                      <ns1:lnTo>
                        <ns1:pt x="1368" y="1094"/>
                      </ns1:lnTo>
                      <ns1:lnTo>
                        <ns1:pt x="1375" y="1092"/>
                      </ns1:lnTo>
                      <ns1:lnTo>
                        <ns1:pt x="1380" y="1087"/>
                      </ns1:lnTo>
                      <ns1:lnTo>
                        <ns1:pt x="1380" y="1080"/>
                      </ns1:lnTo>
                      <ns1:lnTo>
                        <ns1:pt x="1385" y="1073"/>
                      </ns1:lnTo>
                      <ns1:lnTo>
                        <ns1:pt x="1385" y="1066"/>
                      </ns1:lnTo>
                      <ns1:lnTo>
                        <ns1:pt x="1385" y="1066"/>
                      </ns1:lnTo>
                      <ns1:lnTo>
                        <ns1:pt x="1382" y="1056"/>
                      </ns1:lnTo>
                      <ns1:lnTo>
                        <ns1:pt x="1380" y="1049"/>
                      </ns1:lnTo>
                      <ns1:lnTo>
                        <ns1:pt x="1375" y="1042"/>
                      </ns1:lnTo>
                      <ns1:lnTo>
                        <ns1:pt x="1368" y="1035"/>
                      </ns1:lnTo>
                      <ns1:lnTo>
                        <ns1:pt x="1451" y="867"/>
                      </ns1:lnTo>
                      <ns1:lnTo>
                        <ns1:pt x="1451" y="867"/>
                      </ns1:lnTo>
                      <ns1:lnTo>
                        <ns1:pt x="1455" y="867"/>
                      </ns1:lnTo>
                      <ns1:lnTo>
                        <ns1:pt x="1455" y="867"/>
                      </ns1:lnTo>
                      <ns1:lnTo>
                        <ns1:pt x="1458" y="867"/>
                      </ns1:lnTo>
                      <ns1:lnTo>
                        <ns1:pt x="1463" y="865"/>
                      </ns1:lnTo>
                      <ns1:lnTo>
                        <ns1:pt x="1463" y="863"/>
                      </ns1:lnTo>
                      <ns1:lnTo>
                        <ns1:pt x="1465" y="858"/>
                      </ns1:lnTo>
                      <ns1:lnTo>
                        <ns1:pt x="1465" y="858"/>
                      </ns1:lnTo>
                      <ns1:lnTo>
                        <ns1:pt x="1463" y="853"/>
                      </ns1:lnTo>
                      <ns1:lnTo>
                        <ns1:pt x="1463" y="848"/>
                      </ns1:lnTo>
                      <ns1:lnTo>
                        <ns1:pt x="1458" y="848"/>
                      </ns1:lnTo>
                      <ns1:lnTo>
                        <ns1:pt x="1455" y="848"/>
                      </ns1:lnTo>
                      <ns1:lnTo>
                        <ns1:pt x="1455" y="848"/>
                      </ns1:lnTo>
                      <ns1:lnTo>
                        <ns1:pt x="1453" y="848"/>
                      </ns1:lnTo>
                      <ns1:lnTo>
                        <ns1:pt x="1396" y="435"/>
                      </ns1:lnTo>
                      <ns1:lnTo>
                        <ns1:pt x="1396" y="435"/>
                      </ns1:lnTo>
                      <ns1:lnTo>
                        <ns1:pt x="1401" y="433"/>
                      </ns1:lnTo>
                      <ns1:lnTo>
                        <ns1:pt x="1404" y="426"/>
                      </ns1:lnTo>
                      <ns1:lnTo>
                        <ns1:pt x="1404" y="426"/>
                      </ns1:lnTo>
                      <ns1:lnTo>
                        <ns1:pt x="1401" y="423"/>
                      </ns1:lnTo>
                      <ns1:lnTo>
                        <ns1:pt x="1399" y="419"/>
                      </ns1:lnTo>
                      <ns1:lnTo>
                        <ns1:pt x="1396" y="416"/>
                      </ns1:lnTo>
                      <ns1:lnTo>
                        <ns1:pt x="1394" y="416"/>
                      </ns1:lnTo>
                      <ns1:lnTo>
                        <ns1:pt x="1394" y="416"/>
                      </ns1:lnTo>
                      <ns1:lnTo>
                        <ns1:pt x="1387" y="416"/>
                      </ns1:lnTo>
                      <ns1:lnTo>
                        <ns1:pt x="1243" y="256"/>
                      </ns1:lnTo>
                      <ns1:lnTo>
                        <ns1:pt x="1243" y="256"/>
                      </ns1:lnTo>
                      <ns1:lnTo>
                        <ns1:pt x="1248" y="251"/>
                      </ns1:lnTo>
                      <ns1:lnTo>
                        <ns1:pt x="1248" y="244"/>
                      </ns1:lnTo>
                      <ns1:lnTo>
                        <ns1:pt x="1248" y="244"/>
                      </ns1:lnTo>
                      <ns1:lnTo>
                        <ns1:pt x="1248" y="237"/>
                      </ns1:lnTo>
                      <ns1:lnTo>
                        <ns1:pt x="1241" y="230"/>
                      </ns1:lnTo>
                      <ns1:lnTo>
                        <ns1:pt x="1233" y="225"/>
                      </ns1:lnTo>
                      <ns1:lnTo>
                        <ns1:pt x="1229" y="222"/>
                      </ns1:lnTo>
                      <ns1:lnTo>
                        <ns1:pt x="1229" y="222"/>
                      </ns1:lnTo>
                      <ns1:lnTo>
                        <ns1:pt x="1222" y="222"/>
                      </ns1:lnTo>
                      <ns1:lnTo>
                        <ns1:pt x="1215" y="227"/>
                      </ns1:lnTo>
                      <ns1:lnTo>
                        <ns1:pt x="1078" y="88"/>
                      </ns1:lnTo>
                      <ns1:lnTo>
                        <ns1:pt x="1078" y="88"/>
                      </ns1:lnTo>
                      <ns1:lnTo>
                        <ns1:pt x="1080" y="83"/>
                      </ns1:lnTo>
                      <ns1:lnTo>
                        <ns1:pt x="1080" y="83"/>
                      </ns1:lnTo>
                      <ns1:lnTo>
                        <ns1:pt x="1080" y="78"/>
                      </ns1:lnTo>
                      <ns1:lnTo>
                        <ns1:pt x="1078" y="74"/>
                      </ns1:lnTo>
                      <ns1:lnTo>
                        <ns1:pt x="1075" y="74"/>
                      </ns1:lnTo>
                      <ns1:lnTo>
                        <ns1:pt x="1068" y="74"/>
                      </ns1:lnTo>
                      <ns1:lnTo>
                        <ns1:pt x="1068" y="74"/>
                      </ns1:lnTo>
                      <ns1:lnTo>
                        <ns1:pt x="1063" y="74"/>
                      </ns1:lnTo>
                      <ns1:lnTo>
                        <ns1:pt x="1061" y="78"/>
                      </ns1:lnTo>
                      <ns1:lnTo>
                        <ns1:pt x="636" y="10"/>
                      </ns1:lnTo>
                      <ns1:lnTo>
                        <ns1:pt x="636" y="10"/>
                      </ns1:lnTo>
                      <ns1:lnTo>
                        <ns1:pt x="633" y="5"/>
                      </ns1:lnTo>
                      <ns1:lnTo>
                        <ns1:pt x="631" y="3"/>
                      </ns1:lnTo>
                      <ns1:lnTo>
                        <ns1:pt x="629" y="0"/>
                      </ns1:lnTo>
                      <ns1:lnTo>
                        <ns1:pt x="624" y="0"/>
                      </ns1:lnTo>
                      <ns1:lnTo>
                        <ns1:pt x="624" y="0"/>
                      </ns1:lnTo>
                      <ns1:lnTo>
                        <ns1:pt x="622" y="0"/>
                      </ns1:lnTo>
                      <ns1:lnTo>
                        <ns1:pt x="617" y="3"/>
                      </ns1:lnTo>
                      <ns1:lnTo>
                        <ns1:pt x="615" y="5"/>
                      </ns1:lnTo>
                      <ns1:lnTo>
                        <ns1:pt x="615" y="10"/>
                      </ns1:lnTo>
                      <ns1:lnTo>
                        <ns1:pt x="423" y="95"/>
                      </ns1:lnTo>
                      <ns1:lnTo>
                        <ns1:pt x="423" y="95"/>
                      </ns1:lnTo>
                      <ns1:lnTo>
                        <ns1:pt x="421" y="88"/>
                      </ns1:lnTo>
                      <ns1:lnTo>
                        <ns1:pt x="416" y="85"/>
                      </ns1:lnTo>
                      <ns1:lnTo>
                        <ns1:pt x="411" y="83"/>
                      </ns1:lnTo>
                      <ns1:lnTo>
                        <ns1:pt x="407" y="83"/>
                      </ns1:lnTo>
                      <ns1:lnTo>
                        <ns1:pt x="407" y="83"/>
                      </ns1:lnTo>
                      <ns1:lnTo>
                        <ns1:pt x="400" y="83"/>
                      </ns1:lnTo>
                      <ns1:lnTo>
                        <ns1:pt x="395" y="88"/>
                      </ns1:lnTo>
                      <ns1:lnTo>
                        <ns1:pt x="390" y="95"/>
                      </ns1:lnTo>
                      <ns1:lnTo>
                        <ns1:pt x="390" y="100"/>
                      </ns1:lnTo>
                      <ns1:lnTo>
                        <ns1:pt x="390" y="100"/>
                      </ns1:lnTo>
                      <ns1:lnTo>
                        <ns1:pt x="390" y="107"/>
                      </ns1:lnTo>
                      <ns1:lnTo>
                        <ns1:pt x="393" y="109"/>
                      </ns1:lnTo>
                      <ns1:lnTo>
                        <ns1:pt x="218" y="215"/>
                      </ns1:lnTo>
                      <ns1:lnTo>
                        <ns1:pt x="218" y="215"/>
                      </ns1:lnTo>
                      <ns1:lnTo>
                        <ns1:pt x="215" y="211"/>
                      </ns1:lnTo>
                      <ns1:lnTo>
                        <ns1:pt x="211" y="211"/>
                      </ns1:lnTo>
                      <ns1:lnTo>
                        <ns1:pt x="211" y="211"/>
                      </ns1:lnTo>
                      <ns1:lnTo>
                        <ns1:pt x="206" y="211"/>
                      </ns1:lnTo>
                      <ns1:lnTo>
                        <ns1:pt x="204" y="215"/>
                      </ns1:lnTo>
                      <ns1:lnTo>
                        <ns1:pt x="201" y="218"/>
                      </ns1:lnTo>
                      <ns1:lnTo>
                        <ns1:pt x="199" y="222"/>
                      </ns1:lnTo>
                      <ns1:lnTo>
                        <ns1:pt x="199" y="222"/>
                      </ns1:lnTo>
                      <ns1:lnTo>
                        <ns1:pt x="201" y="225"/>
                      </ns1:lnTo>
                      <ns1:lnTo>
                        <ns1:pt x="206" y="230"/>
                      </ns1:lnTo>
                      <ns1:lnTo>
                        <ns1:pt x="121" y="411"/>
                      </ns1:lnTo>
                      <ns1:lnTo>
                        <ns1:pt x="121" y="411"/>
                      </ns1:lnTo>
                      <ns1:lnTo>
                        <ns1:pt x="114" y="409"/>
                      </ns1:lnTo>
                      <ns1:lnTo>
                        <ns1:pt x="114" y="409"/>
                      </ns1:lnTo>
                      <ns1:lnTo>
                        <ns1:pt x="107" y="411"/>
                      </ns1:lnTo>
                      <ns1:lnTo>
                        <ns1:pt x="100" y="416"/>
                      </ns1:lnTo>
                      <ns1:lnTo>
                        <ns1:pt x="95" y="423"/>
                      </ns1:lnTo>
                      <ns1:lnTo>
                        <ns1:pt x="93" y="430"/>
                      </ns1:lnTo>
                      <ns1:lnTo>
                        <ns1:pt x="93" y="430"/>
                      </ns1:lnTo>
                      <ns1:lnTo>
                        <ns1:pt x="95" y="435"/>
                      </ns1:lnTo>
                      <ns1:lnTo>
                        <ns1:pt x="97" y="440"/>
                      </ns1:lnTo>
                      <ns1:lnTo>
                        <ns1:pt x="102" y="447"/>
                      </ns1:lnTo>
                      <ns1:lnTo>
                        <ns1:pt x="15" y="603"/>
                      </ns1:lnTo>
                      <ns1:lnTo>
                        <ns1:pt x="15" y="603"/>
                      </ns1:lnTo>
                      <ns1:lnTo>
                        <ns1:pt x="12" y="603"/>
                      </ns1:lnTo>
                      <ns1:lnTo>
                        <ns1:pt x="12" y="603"/>
                      </ns1:lnTo>
                      <ns1:lnTo>
                        <ns1:pt x="7" y="603"/>
                      </ns1:lnTo>
                      <ns1:lnTo>
                        <ns1:pt x="5" y="603"/>
                      </ns1:lnTo>
                      <ns1:lnTo>
                        <ns1:pt x="3" y="608"/>
                      </ns1:lnTo>
                      <ns1:lnTo>
                        <ns1:pt x="0" y="612"/>
                      </ns1:lnTo>
                      <ns1:lnTo>
                        <ns1:pt x="0" y="612"/>
                      </ns1:lnTo>
                      <ns1:lnTo>
                        <ns1:pt x="3" y="617"/>
                      </ns1:lnTo>
                      <ns1:lnTo>
                        <ns1:pt x="5" y="617"/>
                      </ns1:lnTo>
                      <ns1:lnTo>
                        <ns1:pt x="7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25" name="Freeform 64">
                  <ns1:extLst>
                    <ns1:ext uri="{FF2B5EF4-FFF2-40B4-BE49-F238E27FC236}">
                      <ns2:creationId id="{6E3D1587-1E5C-450D-9C7C-8AFAC787EF71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19450" y="5262563"/>
                  <ns1:ext cx="334963" cy="552450"/>
                </ns1:xfrm>
                <ns1:custGeom>
                  <ns1:avLst/>
                  <ns1:gdLst>
                    <ns1:gd name="T0" fmla="*/ 0 w 211"/>
                    <ns1:gd name="T1" fmla="*/ 0 h 348"/>
                    <ns1:gd name="T2" fmla="*/ 0 w 211"/>
                    <ns1:gd name="T3" fmla="*/ 0 h 348"/>
                    <ns1:gd name="T4" fmla="*/ 3 w 211"/>
                    <ns1:gd name="T5" fmla="*/ 0 h 348"/>
                    <ns1:gd name="T6" fmla="*/ 33 w 211"/>
                    <ns1:gd name="T7" fmla="*/ 48 h 348"/>
                    <ns1:gd name="T8" fmla="*/ 211 w 211"/>
                    <ns1:gd name="T9" fmla="*/ 348 h 348"/>
                    <ns1:gd name="T10" fmla="*/ 211 w 211"/>
                    <ns1:gd name="T11" fmla="*/ 348 h 348"/>
                    <ns1:gd name="T12" fmla="*/ 211 w 211"/>
                    <ns1:gd name="T13" fmla="*/ 348 h 348"/>
                    <ns1:gd name="T14" fmla="*/ 57 w 211"/>
                    <ns1:gd name="T15" fmla="*/ 223 h 348"/>
                    <ns1:gd name="T16" fmla="*/ 57 w 211"/>
                    <ns1:gd name="T17" fmla="*/ 223 h 348"/>
                    <ns1:gd name="T18" fmla="*/ 57 w 211"/>
                    <ns1:gd name="T19" fmla="*/ 218 h 348"/>
                    <ns1:gd name="T20" fmla="*/ 57 w 211"/>
                    <ns1:gd name="T21" fmla="*/ 218 h 348"/>
                    <ns1:gd name="T22" fmla="*/ 57 w 211"/>
                    <ns1:gd name="T23" fmla="*/ 213 h 348"/>
                    <ns1:gd name="T24" fmla="*/ 55 w 211"/>
                    <ns1:gd name="T25" fmla="*/ 211 h 348"/>
                    <ns1:gd name="T26" fmla="*/ 52 w 211"/>
                    <ns1:gd name="T27" fmla="*/ 208 h 348"/>
                    <ns1:gd name="T28" fmla="*/ 48 w 211"/>
                    <ns1:gd name="T29" fmla="*/ 206 h 348"/>
                    <ns1:gd name="T30" fmla="*/ 48 w 211"/>
                    <ns1:gd name="T31" fmla="*/ 206 h 348"/>
                    <ns1:gd name="T32" fmla="*/ 45 w 211"/>
                    <ns1:gd name="T33" fmla="*/ 206 h 348"/>
                    <ns1:gd name="T34" fmla="*/ 0 w 211"/>
                    <ns1:gd name="T35" fmla="*/ 0 h 348"/>
                    <ns1:gd name="T36" fmla="*/ 0 w 211"/>
                    <ns1:gd name="T37" fmla="*/ 0 h 348"/>
                    <ns1:gd name="T38" fmla="*/ 0 w 211"/>
                    <ns1:gd name="T39" fmla="*/ 0 h 3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11" h="348">
                      <ns1:moveTo>
                        <ns1:pt x="0" y="0"/>
                      </ns1:moveTo>
                      <ns1:lnTo>
                        <ns1:pt x="0" y="0"/>
                      </ns1:lnTo>
                      <ns1:lnTo>
                        <ns1:pt x="3" y="0"/>
                      </ns1:lnTo>
                      <ns1:lnTo>
                        <ns1:pt x="33" y="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57" y="223"/>
                      </ns1:lnTo>
                      <ns1:lnTo>
                        <ns1:pt x="57" y="223"/>
                      </ns1:lnTo>
                      <ns1:lnTo>
                        <ns1:pt x="57" y="218"/>
                      </ns1:lnTo>
                      <ns1:lnTo>
                        <ns1:pt x="57" y="218"/>
                      </ns1:lnTo>
                      <ns1:lnTo>
                        <ns1:pt x="57" y="213"/>
                      </ns1:lnTo>
                      <ns1:lnTo>
                        <ns1:pt x="55" y="211"/>
                      </ns1:lnTo>
                      <ns1:lnTo>
                        <ns1:pt x="52" y="208"/>
                      </ns1:lnTo>
                      <ns1:lnTo>
                        <ns1:pt x="48" y="206"/>
                      </ns1:lnTo>
                      <ns1:lnTo>
                        <ns1:pt x="48" y="206"/>
                      </ns1:lnTo>
                      <ns1:lnTo>
                        <ns1:pt x="45" y="206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26" name="Freeform 65">
                  <ns1:extLst>
                    <ns1:ext uri="{FF2B5EF4-FFF2-40B4-BE49-F238E27FC236}">
                      <ns2:creationId id="{8CC212D7-4326-41C2-AEB1-377F33E29305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128963" y="5622925"/>
                  <ns1:ext cx="434975" cy="498475"/>
                </ns1:xfrm>
                <ns1:custGeom>
                  <ns1:avLst/>
                  <ns1:gdLst>
                    <ns1:gd name="T0" fmla="*/ 0 w 274"/>
                    <ns1:gd name="T1" fmla="*/ 0 h 314"/>
                    <ns1:gd name="T2" fmla="*/ 151 w 274"/>
                    <ns1:gd name="T3" fmla="*/ 123 h 314"/>
                    <ns1:gd name="T4" fmla="*/ 151 w 274"/>
                    <ns1:gd name="T5" fmla="*/ 123 h 314"/>
                    <ns1:gd name="T6" fmla="*/ 149 w 274"/>
                    <ns1:gd name="T7" fmla="*/ 128 h 314"/>
                    <ns1:gd name="T8" fmla="*/ 149 w 274"/>
                    <ns1:gd name="T9" fmla="*/ 128 h 314"/>
                    <ns1:gd name="T10" fmla="*/ 151 w 274"/>
                    <ns1:gd name="T11" fmla="*/ 133 h 314"/>
                    <ns1:gd name="T12" fmla="*/ 154 w 274"/>
                    <ns1:gd name="T13" fmla="*/ 135 h 314"/>
                    <ns1:gd name="T14" fmla="*/ 156 w 274"/>
                    <ns1:gd name="T15" fmla="*/ 137 h 314"/>
                    <ns1:gd name="T16" fmla="*/ 161 w 274"/>
                    <ns1:gd name="T17" fmla="*/ 140 h 314"/>
                    <ns1:gd name="T18" fmla="*/ 161 w 274"/>
                    <ns1:gd name="T19" fmla="*/ 140 h 314"/>
                    <ns1:gd name="T20" fmla="*/ 163 w 274"/>
                    <ns1:gd name="T21" fmla="*/ 137 h 314"/>
                    <ns1:gd name="T22" fmla="*/ 267 w 274"/>
                    <ns1:gd name="T23" fmla="*/ 305 h 314"/>
                    <ns1:gd name="T24" fmla="*/ 274 w 274"/>
                    <ns1:gd name="T25" fmla="*/ 314 h 314"/>
                    <ns1:gd name="T26" fmla="*/ 0 w 274"/>
                    <ns1:gd name="T27" fmla="*/ 0 h 314"/>
                    <ns1:gd name="T28" fmla="*/ 0 w 274"/>
                    <ns1:gd name="T29" fmla="*/ 0 h 314"/>
                    <ns1:gd name="T30" fmla="*/ 0 w 274"/>
                    <ns1:gd name="T31" fmla="*/ 0 h 3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274" h="314">
                      <ns1:moveTo>
                        <ns1:pt x="0" y="0"/>
                      </ns1:moveTo>
                      <ns1:lnTo>
                        <ns1:pt x="151" y="123"/>
                      </ns1:lnTo>
                      <ns1:lnTo>
                        <ns1:pt x="151" y="123"/>
                      </ns1:lnTo>
                      <ns1:lnTo>
                        <ns1:pt x="149" y="128"/>
                      </ns1:lnTo>
                      <ns1:lnTo>
                        <ns1:pt x="149" y="128"/>
                      </ns1:lnTo>
                      <ns1:lnTo>
                        <ns1:pt x="151" y="133"/>
                      </ns1:lnTo>
                      <ns1:lnTo>
                        <ns1:pt x="154" y="135"/>
                      </ns1:lnTo>
                      <ns1:lnTo>
                        <ns1:pt x="156" y="137"/>
                      </ns1:lnTo>
                      <ns1:lnTo>
                        <ns1:pt x="161" y="140"/>
                      </ns1:lnTo>
                      <ns1:lnTo>
                        <ns1:pt x="161" y="140"/>
                      </ns1:lnTo>
                      <ns1:lnTo>
                        <ns1:pt x="163" y="137"/>
                      </ns1:lnTo>
                      <ns1:lnTo>
                        <ns1:pt x="267" y="305"/>
                      </ns1:lnTo>
                      <ns1:lnTo>
                        <ns1:pt x="274" y="314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27" name="Freeform 66">
                  <ns1:extLst>
                    <ns1:ext uri="{FF2B5EF4-FFF2-40B4-BE49-F238E27FC236}">
                      <ns2:creationId id="{022D30DB-0A72-415E-8FB0-1E4188BEB007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867025" y="5837238"/>
                  <ns1:ext cx="547688" cy="336550"/>
                </ns1:xfrm>
                <ns1:custGeom>
                  <ns1:avLst/>
                  <ns1:gdLst>
                    <ns1:gd name="T0" fmla="*/ 128 w 345"/>
                    <ns1:gd name="T1" fmla="*/ 189 h 212"/>
                    <ns1:gd name="T2" fmla="*/ 128 w 345"/>
                    <ns1:gd name="T3" fmla="*/ 189 h 212"/>
                    <ns1:gd name="T4" fmla="*/ 128 w 345"/>
                    <ns1:gd name="T5" fmla="*/ 189 h 212"/>
                    <ns1:gd name="T6" fmla="*/ 128 w 345"/>
                    <ns1:gd name="T7" fmla="*/ 189 h 212"/>
                    <ns1:gd name="T8" fmla="*/ 128 w 345"/>
                    <ns1:gd name="T9" fmla="*/ 187 h 212"/>
                    <ns1:gd name="T10" fmla="*/ 123 w 345"/>
                    <ns1:gd name="T11" fmla="*/ 182 h 212"/>
                    <ns1:gd name="T12" fmla="*/ 121 w 345"/>
                    <ns1:gd name="T13" fmla="*/ 179 h 212"/>
                    <ns1:gd name="T14" fmla="*/ 116 w 345"/>
                    <ns1:gd name="T15" fmla="*/ 179 h 212"/>
                    <ns1:gd name="T16" fmla="*/ 116 w 345"/>
                    <ns1:gd name="T17" fmla="*/ 179 h 212"/>
                    <ns1:gd name="T18" fmla="*/ 111 w 345"/>
                    <ns1:gd name="T19" fmla="*/ 179 h 212"/>
                    <ns1:gd name="T20" fmla="*/ 0 w 345"/>
                    <ns1:gd name="T21" fmla="*/ 2 h 212"/>
                    <ns1:gd name="T22" fmla="*/ 0 w 345"/>
                    <ns1:gd name="T23" fmla="*/ 2 h 212"/>
                    <ns1:gd name="T24" fmla="*/ 3 w 345"/>
                    <ns1:gd name="T25" fmla="*/ 0 h 212"/>
                    <ns1:gd name="T26" fmla="*/ 78 w 345"/>
                    <ns1:gd name="T27" fmla="*/ 47 h 212"/>
                    <ns1:gd name="T28" fmla="*/ 345 w 345"/>
                    <ns1:gd name="T29" fmla="*/ 210 h 212"/>
                    <ns1:gd name="T30" fmla="*/ 345 w 345"/>
                    <ns1:gd name="T31" fmla="*/ 210 h 212"/>
                    <ns1:gd name="T32" fmla="*/ 345 w 345"/>
                    <ns1:gd name="T33" fmla="*/ 212 h 212"/>
                    <ns1:gd name="T34" fmla="*/ 128 w 345"/>
                    <ns1:gd name="T35" fmla="*/ 189 h 212"/>
                    <ns1:gd name="T36" fmla="*/ 128 w 345"/>
                    <ns1:gd name="T37" fmla="*/ 189 h 212"/>
                    <ns1:gd name="T38" fmla="*/ 128 w 345"/>
                    <ns1:gd name="T39" fmla="*/ 189 h 21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45" h="212">
                      <ns1:moveTo>
                        <ns1:pt x="128" y="189"/>
                      </ns1:move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7"/>
                      </ns1:lnTo>
                      <ns1:lnTo>
                        <ns1:pt x="123" y="182"/>
                      </ns1:lnTo>
                      <ns1:lnTo>
                        <ns1:pt x="121" y="179"/>
                      </ns1:lnTo>
                      <ns1:lnTo>
                        <ns1:pt x="116" y="179"/>
                      </ns1:lnTo>
                      <ns1:lnTo>
                        <ns1:pt x="116" y="179"/>
                      </ns1:lnTo>
                      <ns1:lnTo>
                        <ns1:pt x="111" y="179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3" y="0"/>
                      </ns1:lnTo>
                      <ns1:lnTo>
                        <ns1:pt x="78" y="47"/>
                      </ns1:lnTo>
                      <ns1:lnTo>
                        <ns1:pt x="345" y="210"/>
                      </ns1:lnTo>
                      <ns1:lnTo>
                        <ns1:pt x="345" y="210"/>
                      </ns1:lnTo>
                      <ns1:lnTo>
                        <ns1:pt x="345" y="212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28" name="Freeform 67">
                  <ns1:extLst>
                    <ns1:ext uri="{FF2B5EF4-FFF2-40B4-BE49-F238E27FC236}">
                      <ns2:creationId id="{D5C18464-1735-4D1B-A9ED-99EBB3A47687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59013" y="6054725"/>
                  <ns1:ext cx="600075" cy="168275"/>
                </ns1:xfrm>
                <ns1:custGeom>
                  <ns1:avLst/>
                  <ns1:gdLst>
                    <ns1:gd name="T0" fmla="*/ 206 w 378"/>
                    <ns1:gd name="T1" fmla="*/ 97 h 106"/>
                    <ns1:gd name="T2" fmla="*/ 206 w 378"/>
                    <ns1:gd name="T3" fmla="*/ 97 h 106"/>
                    <ns1:gd name="T4" fmla="*/ 201 w 378"/>
                    <ns1:gd name="T5" fmla="*/ 99 h 106"/>
                    <ns1:gd name="T6" fmla="*/ 199 w 378"/>
                    <ns1:gd name="T7" fmla="*/ 101 h 106"/>
                    <ns1:gd name="T8" fmla="*/ 196 w 378"/>
                    <ns1:gd name="T9" fmla="*/ 101 h 106"/>
                    <ns1:gd name="T10" fmla="*/ 196 w 378"/>
                    <ns1:gd name="T11" fmla="*/ 106 h 106"/>
                    <ns1:gd name="T12" fmla="*/ 0 w 378"/>
                    <ns1:gd name="T13" fmla="*/ 83 h 106"/>
                    <ns1:gd name="T14" fmla="*/ 0 w 378"/>
                    <ns1:gd name="T15" fmla="*/ 83 h 106"/>
                    <ns1:gd name="T16" fmla="*/ 0 w 378"/>
                    <ns1:gd name="T17" fmla="*/ 80 h 106"/>
                    <ns1:gd name="T18" fmla="*/ 0 w 378"/>
                    <ns1:gd name="T19" fmla="*/ 80 h 106"/>
                    <ns1:gd name="T20" fmla="*/ 0 w 378"/>
                    <ns1:gd name="T21" fmla="*/ 75 h 106"/>
                    <ns1:gd name="T22" fmla="*/ 338 w 378"/>
                    <ns1:gd name="T23" fmla="*/ 7 h 106"/>
                    <ns1:gd name="T24" fmla="*/ 378 w 378"/>
                    <ns1:gd name="T25" fmla="*/ 0 h 106"/>
                    <ns1:gd name="T26" fmla="*/ 378 w 378"/>
                    <ns1:gd name="T27" fmla="*/ 0 h 106"/>
                    <ns1:gd name="T28" fmla="*/ 378 w 378"/>
                    <ns1:gd name="T29" fmla="*/ 0 h 106"/>
                    <ns1:gd name="T30" fmla="*/ 215 w 378"/>
                    <ns1:gd name="T31" fmla="*/ 101 h 106"/>
                    <ns1:gd name="T32" fmla="*/ 215 w 378"/>
                    <ns1:gd name="T33" fmla="*/ 101 h 106"/>
                    <ns1:gd name="T34" fmla="*/ 210 w 378"/>
                    <ns1:gd name="T35" fmla="*/ 99 h 106"/>
                    <ns1:gd name="T36" fmla="*/ 206 w 378"/>
                    <ns1:gd name="T37" fmla="*/ 97 h 106"/>
                    <ns1:gd name="T38" fmla="*/ 206 w 378"/>
                    <ns1:gd name="T39" fmla="*/ 97 h 106"/>
                    <ns1:gd name="T40" fmla="*/ 206 w 378"/>
                    <ns1:gd name="T41" fmla="*/ 97 h 106"/>
                    <ns1:gd name="T42" fmla="*/ 206 w 378"/>
                    <ns1:gd name="T43" fmla="*/ 97 h 1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78" h="106">
                      <ns1:moveTo>
                        <ns1:pt x="206" y="97"/>
                      </ns1:moveTo>
                      <ns1:lnTo>
                        <ns1:pt x="206" y="97"/>
                      </ns1:lnTo>
                      <ns1:lnTo>
                        <ns1:pt x="201" y="99"/>
                      </ns1:lnTo>
                      <ns1:lnTo>
                        <ns1:pt x="199" y="101"/>
                      </ns1:lnTo>
                      <ns1:lnTo>
                        <ns1:pt x="196" y="101"/>
                      </ns1:lnTo>
                      <ns1:lnTo>
                        <ns1:pt x="196" y="106"/>
                      </ns1:lnTo>
                      <ns1:lnTo>
                        <ns1:pt x="0" y="83"/>
                      </ns1:lnTo>
                      <ns1:lnTo>
                        <ns1:pt x="0" y="83"/>
                      </ns1:lnTo>
                      <ns1:lnTo>
                        <ns1:pt x="0" y="80"/>
                      </ns1:lnTo>
                      <ns1:lnTo>
                        <ns1:pt x="0" y="80"/>
                      </ns1:lnTo>
                      <ns1:lnTo>
                        <ns1:pt x="0" y="75"/>
                      </ns1:lnTo>
                      <ns1:lnTo>
                        <ns1:pt x="338" y="7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215" y="101"/>
                      </ns1:lnTo>
                      <ns1:lnTo>
                        <ns1:pt x="215" y="101"/>
                      </ns1:lnTo>
                      <ns1:lnTo>
                        <ns1:pt x="210" y="99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29" name="Freeform 68">
                  <ns1:extLst>
                    <ns1:ext uri="{FF2B5EF4-FFF2-40B4-BE49-F238E27FC236}">
                      <ns2:creationId id="{65316275-0617-49D3-BF10-F187F5F29B5B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06585" y="5927717"/>
                  <ns1:ext cx="596900" cy="284168"/>
                </ns1:xfrm>
                <ns1:custGeom>
                  <ns1:avLst/>
                  <ns1:gdLst>
                    <ns1:gd name="T0" fmla="*/ 0 w 376"/>
                    <ns1:gd name="T1" fmla="*/ 179 h 179"/>
                    <ns1:gd name="T2" fmla="*/ 158 w 376"/>
                    <ns1:gd name="T3" fmla="*/ 82 h 179"/>
                    <ns1:gd name="T4" fmla="*/ 158 w 376"/>
                    <ns1:gd name="T5" fmla="*/ 82 h 179"/>
                    <ns1:gd name="T6" fmla="*/ 161 w 376"/>
                    <ns1:gd name="T7" fmla="*/ 82 h 179"/>
                    <ns1:gd name="T8" fmla="*/ 161 w 376"/>
                    <ns1:gd name="T9" fmla="*/ 82 h 179"/>
                    <ns1:gd name="T10" fmla="*/ 168 w 376"/>
                    <ns1:gd name="T11" fmla="*/ 80 h 179"/>
                    <ns1:gd name="T12" fmla="*/ 173 w 376"/>
                    <ns1:gd name="T13" fmla="*/ 75 h 179"/>
                    <ns1:gd name="T14" fmla="*/ 376 w 376"/>
                    <ns1:gd name="T15" fmla="*/ 0 h 179"/>
                    <ns1:gd name="T16" fmla="*/ 0 w 376"/>
                    <ns1:gd name="T17" fmla="*/ 179 h 179"/>
                    <ns1:gd name="T18" fmla="*/ 0 w 376"/>
                    <ns1:gd name="T19" fmla="*/ 179 h 179"/>
                    <ns1:gd name="T20" fmla="*/ 0 w 376"/>
                    <ns1:gd name="T21" fmla="*/ 179 h 17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376" h="179">
                      <ns1:moveTo>
                        <ns1:pt x="0" y="179"/>
                      </ns1:moveTo>
                      <ns1:lnTo>
                        <ns1:pt x="158" y="82"/>
                      </ns1:lnTo>
                      <ns1:lnTo>
                        <ns1:pt x="158" y="82"/>
                      </ns1:lnTo>
                      <ns1:lnTo>
                        <ns1:pt x="161" y="82"/>
                      </ns1:lnTo>
                      <ns1:lnTo>
                        <ns1:pt x="161" y="82"/>
                      </ns1:lnTo>
                      <ns1:lnTo>
                        <ns1:pt x="168" y="80"/>
                      </ns1:lnTo>
                      <ns1:lnTo>
                        <ns1:pt x="173" y="75"/>
                      </ns1:lnTo>
                      <ns1:lnTo>
                        <ns1:pt x="376" y="0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0" name="Freeform 69">
                  <ns1:extLst>
                    <ns1:ext uri="{FF2B5EF4-FFF2-40B4-BE49-F238E27FC236}">
                      <ns2:creationId id="{5FBD82BA-8520-4691-9FAC-4DD9531C7F1C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631950" y="5638800"/>
                  <ns1:ext cx="487363" cy="404813"/>
                </ns1:xfrm>
                <ns1:custGeom>
                  <ns1:avLst/>
                  <ns1:gdLst>
                    <ns1:gd name="T0" fmla="*/ 224 w 307"/>
                    <ns1:gd name="T1" fmla="*/ 170 h 255"/>
                    <ns1:gd name="T2" fmla="*/ 0 w 307"/>
                    <ns1:gd name="T3" fmla="*/ 255 h 255"/>
                    <ns1:gd name="T4" fmla="*/ 0 w 307"/>
                    <ns1:gd name="T5" fmla="*/ 255 h 255"/>
                    <ns1:gd name="T6" fmla="*/ 0 w 307"/>
                    <ns1:gd name="T7" fmla="*/ 255 h 255"/>
                    <ns1:gd name="T8" fmla="*/ 300 w 307"/>
                    <ns1:gd name="T9" fmla="*/ 0 h 255"/>
                    <ns1:gd name="T10" fmla="*/ 300 w 307"/>
                    <ns1:gd name="T11" fmla="*/ 0 h 255"/>
                    <ns1:gd name="T12" fmla="*/ 307 w 307"/>
                    <ns1:gd name="T13" fmla="*/ 7 h 255"/>
                    <ns1:gd name="T14" fmla="*/ 224 w 307"/>
                    <ns1:gd name="T15" fmla="*/ 170 h 255"/>
                    <ns1:gd name="T16" fmla="*/ 224 w 307"/>
                    <ns1:gd name="T17" fmla="*/ 170 h 255"/>
                    <ns1:gd name="T18" fmla="*/ 224 w 307"/>
                    <ns1:gd name="T19" fmla="*/ 170 h 2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07" h="255">
                      <ns1:moveTo>
                        <ns1:pt x="224" y="170"/>
                      </ns1:move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300" y="0"/>
                      </ns1:lnTo>
                      <ns1:lnTo>
                        <ns1:pt x="300" y="0"/>
                      </ns1:lnTo>
                      <ns1:lnTo>
                        <ns1:pt x="307" y="7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1" name="Freeform 70">
                  <ns1:extLst>
                    <ns1:ext uri="{FF2B5EF4-FFF2-40B4-BE49-F238E27FC236}">
                      <ns2:creationId id="{1BA18B81-5981-4A5E-A945-E20AE0977E9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111250" y="4606925"/>
                  <ns1:ext cx="153988" cy="941388"/>
                </ns1:xfrm>
                <ns1:custGeom>
                  <ns1:avLst/>
                  <ns1:gdLst>
                    <ns1:gd name="T0" fmla="*/ 94 w 97"/>
                    <ns1:gd name="T1" fmla="*/ 423 h 593"/>
                    <ns1:gd name="T2" fmla="*/ 12 w 97"/>
                    <ns1:gd name="T3" fmla="*/ 593 h 593"/>
                    <ns1:gd name="T4" fmla="*/ 12 w 97"/>
                    <ns1:gd name="T5" fmla="*/ 593 h 593"/>
                    <ns1:gd name="T6" fmla="*/ 5 w 97"/>
                    <ns1:gd name="T7" fmla="*/ 591 h 593"/>
                    <ns1:gd name="T8" fmla="*/ 0 w 97"/>
                    <ns1:gd name="T9" fmla="*/ 588 h 593"/>
                    <ns1:gd name="T10" fmla="*/ 40 w 97"/>
                    <ns1:gd name="T11" fmla="*/ 203 h 593"/>
                    <ns1:gd name="T12" fmla="*/ 40 w 97"/>
                    <ns1:gd name="T13" fmla="*/ 203 h 593"/>
                    <ns1:gd name="T14" fmla="*/ 45 w 97"/>
                    <ns1:gd name="T15" fmla="*/ 203 h 593"/>
                    <ns1:gd name="T16" fmla="*/ 45 w 97"/>
                    <ns1:gd name="T17" fmla="*/ 201 h 593"/>
                    <ns1:gd name="T18" fmla="*/ 47 w 97"/>
                    <ns1:gd name="T19" fmla="*/ 199 h 593"/>
                    <ns1:gd name="T20" fmla="*/ 50 w 97"/>
                    <ns1:gd name="T21" fmla="*/ 194 h 593"/>
                    <ns1:gd name="T22" fmla="*/ 50 w 97"/>
                    <ns1:gd name="T23" fmla="*/ 194 h 593"/>
                    <ns1:gd name="T24" fmla="*/ 47 w 97"/>
                    <ns1:gd name="T25" fmla="*/ 191 h 593"/>
                    <ns1:gd name="T26" fmla="*/ 45 w 97"/>
                    <ns1:gd name="T27" fmla="*/ 187 h 593"/>
                    <ns1:gd name="T28" fmla="*/ 45 w 97"/>
                    <ns1:gd name="T29" fmla="*/ 184 h 593"/>
                    <ns1:gd name="T30" fmla="*/ 40 w 97"/>
                    <ns1:gd name="T31" fmla="*/ 184 h 593"/>
                    <ns1:gd name="T32" fmla="*/ 40 w 97"/>
                    <ns1:gd name="T33" fmla="*/ 0 h 593"/>
                    <ns1:gd name="T34" fmla="*/ 97 w 97"/>
                    <ns1:gd name="T35" fmla="*/ 406 h 593"/>
                    <ns1:gd name="T36" fmla="*/ 97 w 97"/>
                    <ns1:gd name="T37" fmla="*/ 406 h 593"/>
                    <ns1:gd name="T38" fmla="*/ 92 w 97"/>
                    <ns1:gd name="T39" fmla="*/ 409 h 593"/>
                    <ns1:gd name="T40" fmla="*/ 90 w 97"/>
                    <ns1:gd name="T41" fmla="*/ 413 h 593"/>
                    <ns1:gd name="T42" fmla="*/ 90 w 97"/>
                    <ns1:gd name="T43" fmla="*/ 416 h 593"/>
                    <ns1:gd name="T44" fmla="*/ 90 w 97"/>
                    <ns1:gd name="T45" fmla="*/ 416 h 593"/>
                    <ns1:gd name="T46" fmla="*/ 90 w 97"/>
                    <ns1:gd name="T47" fmla="*/ 421 h 593"/>
                    <ns1:gd name="T48" fmla="*/ 94 w 97"/>
                    <ns1:gd name="T49" fmla="*/ 423 h 593"/>
                    <ns1:gd name="T50" fmla="*/ 94 w 97"/>
                    <ns1:gd name="T51" fmla="*/ 423 h 593"/>
                    <ns1:gd name="T52" fmla="*/ 94 w 97"/>
                    <ns1:gd name="T53" fmla="*/ 423 h 593"/>
                    <ns1:gd name="T54" fmla="*/ 94 w 97"/>
                    <ns1:gd name="T55" fmla="*/ 423 h 59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97" h="593">
                      <ns1:moveTo>
                        <ns1:pt x="94" y="423"/>
                      </ns1:moveTo>
                      <ns1:lnTo>
                        <ns1:pt x="12" y="593"/>
                      </ns1:lnTo>
                      <ns1:lnTo>
                        <ns1:pt x="12" y="593"/>
                      </ns1:lnTo>
                      <ns1:lnTo>
                        <ns1:pt x="5" y="591"/>
                      </ns1:lnTo>
                      <ns1:lnTo>
                        <ns1:pt x="0" y="588"/>
                      </ns1:lnTo>
                      <ns1:lnTo>
                        <ns1:pt x="40" y="203"/>
                      </ns1:lnTo>
                      <ns1:lnTo>
                        <ns1:pt x="40" y="203"/>
                      </ns1:lnTo>
                      <ns1:lnTo>
                        <ns1:pt x="45" y="203"/>
                      </ns1:lnTo>
                      <ns1:lnTo>
                        <ns1:pt x="45" y="201"/>
                      </ns1:lnTo>
                      <ns1:lnTo>
                        <ns1:pt x="47" y="199"/>
                      </ns1:lnTo>
                      <ns1:lnTo>
                        <ns1:pt x="50" y="194"/>
                      </ns1:lnTo>
                      <ns1:lnTo>
                        <ns1:pt x="50" y="194"/>
                      </ns1:lnTo>
                      <ns1:lnTo>
                        <ns1:pt x="47" y="191"/>
                      </ns1:lnTo>
                      <ns1:lnTo>
                        <ns1:pt x="45" y="187"/>
                      </ns1:lnTo>
                      <ns1:lnTo>
                        <ns1:pt x="45" y="184"/>
                      </ns1:lnTo>
                      <ns1:lnTo>
                        <ns1:pt x="40" y="184"/>
                      </ns1:lnTo>
                      <ns1:lnTo>
                        <ns1:pt x="40" y="0"/>
                      </ns1:lnTo>
                      <ns1:lnTo>
                        <ns1:pt x="97" y="406"/>
                      </ns1:lnTo>
                      <ns1:lnTo>
                        <ns1:pt x="97" y="406"/>
                      </ns1:lnTo>
                      <ns1:lnTo>
                        <ns1:pt x="92" y="409"/>
                      </ns1:lnTo>
                      <ns1:lnTo>
                        <ns1:pt x="90" y="413"/>
                      </ns1:lnTo>
                      <ns1:lnTo>
                        <ns1:pt x="90" y="416"/>
                      </ns1:lnTo>
                      <ns1:lnTo>
                        <ns1:pt x="90" y="416"/>
                      </ns1:lnTo>
                      <ns1:lnTo>
                        <ns1:pt x="90" y="421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2" name="Freeform 71">
                  <ns1:extLst>
                    <ns1:ext uri="{FF2B5EF4-FFF2-40B4-BE49-F238E27FC236}">
                      <ns2:creationId id="{15FB57D1-B8DB-45B2-BA8F-C290ACE7FD82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295400" y="4314825"/>
                  <ns1:ext cx="247650" cy="584200"/>
                </ns1:xfrm>
                <ns1:custGeom>
                  <ns1:avLst/>
                  <ns1:gdLst>
                    <ns1:gd name="T0" fmla="*/ 156 w 156"/>
                    <ns1:gd name="T1" fmla="*/ 177 h 368"/>
                    <ns1:gd name="T2" fmla="*/ 156 w 156"/>
                    <ns1:gd name="T3" fmla="*/ 368 h 368"/>
                    <ns1:gd name="T4" fmla="*/ 156 w 156"/>
                    <ns1:gd name="T5" fmla="*/ 368 h 368"/>
                    <ns1:gd name="T6" fmla="*/ 151 w 156"/>
                    <ns1:gd name="T7" fmla="*/ 368 h 368"/>
                    <ns1:gd name="T8" fmla="*/ 0 w 156"/>
                    <ns1:gd name="T9" fmla="*/ 5 h 368"/>
                    <ns1:gd name="T10" fmla="*/ 0 w 156"/>
                    <ns1:gd name="T11" fmla="*/ 5 h 368"/>
                    <ns1:gd name="T12" fmla="*/ 3 w 156"/>
                    <ns1:gd name="T13" fmla="*/ 0 h 368"/>
                    <ns1:gd name="T14" fmla="*/ 149 w 156"/>
                    <ns1:gd name="T15" fmla="*/ 161 h 368"/>
                    <ns1:gd name="T16" fmla="*/ 149 w 156"/>
                    <ns1:gd name="T17" fmla="*/ 161 h 368"/>
                    <ns1:gd name="T18" fmla="*/ 144 w 156"/>
                    <ns1:gd name="T19" fmla="*/ 165 h 368"/>
                    <ns1:gd name="T20" fmla="*/ 144 w 156"/>
                    <ns1:gd name="T21" fmla="*/ 168 h 368"/>
                    <ns1:gd name="T22" fmla="*/ 144 w 156"/>
                    <ns1:gd name="T23" fmla="*/ 168 h 368"/>
                    <ns1:gd name="T24" fmla="*/ 144 w 156"/>
                    <ns1:gd name="T25" fmla="*/ 172 h 368"/>
                    <ns1:gd name="T26" fmla="*/ 149 w 156"/>
                    <ns1:gd name="T27" fmla="*/ 177 h 368"/>
                    <ns1:gd name="T28" fmla="*/ 151 w 156"/>
                    <ns1:gd name="T29" fmla="*/ 177 h 368"/>
                    <ns1:gd name="T30" fmla="*/ 156 w 156"/>
                    <ns1:gd name="T31" fmla="*/ 177 h 368"/>
                    <ns1:gd name="T32" fmla="*/ 156 w 156"/>
                    <ns1:gd name="T33" fmla="*/ 177 h 368"/>
                    <ns1:gd name="T34" fmla="*/ 156 w 156"/>
                    <ns1:gd name="T35" fmla="*/ 177 h 368"/>
                    <ns1:gd name="T36" fmla="*/ 156 w 156"/>
                    <ns1:gd name="T37" fmla="*/ 177 h 3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156" h="368">
                      <ns1:moveTo>
                        <ns1:pt x="156" y="177"/>
                      </ns1:moveTo>
                      <ns1:lnTo>
                        <ns1:pt x="156" y="368"/>
                      </ns1:lnTo>
                      <ns1:lnTo>
                        <ns1:pt x="156" y="368"/>
                      </ns1:lnTo>
                      <ns1:lnTo>
                        <ns1:pt x="151" y="368"/>
                      </ns1:lnTo>
                      <ns1:lnTo>
                        <ns1:pt x="0" y="5"/>
                      </ns1:lnTo>
                      <ns1:lnTo>
                        <ns1:pt x="0" y="5"/>
                      </ns1:lnTo>
                      <ns1:lnTo>
                        <ns1:pt x="3" y="0"/>
                      </ns1:lnTo>
                      <ns1:lnTo>
                        <ns1:pt x="149" y="161"/>
                      </ns1:lnTo>
                      <ns1:lnTo>
                        <ns1:pt x="149" y="161"/>
                      </ns1:lnTo>
                      <ns1:lnTo>
                        <ns1:pt x="144" y="165"/>
                      </ns1:lnTo>
                      <ns1:lnTo>
                        <ns1:pt x="144" y="168"/>
                      </ns1:lnTo>
                      <ns1:lnTo>
                        <ns1:pt x="144" y="168"/>
                      </ns1:lnTo>
                      <ns1:lnTo>
                        <ns1:pt x="144" y="172"/>
                      </ns1:lnTo>
                      <ns1:lnTo>
                        <ns1:pt x="149" y="177"/>
                      </ns1:lnTo>
                      <ns1:lnTo>
                        <ns1:pt x="151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3" name="Freeform 72">
                  <ns1:extLst>
                    <ns1:ext uri="{FF2B5EF4-FFF2-40B4-BE49-F238E27FC236}">
                      <ns2:creationId id="{8BAA6686-45CF-4AAD-AE36-B08F28DE91BC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20875" y="4003675"/>
                  <ns1:ext cx="584200" cy="273050"/>
                </ns1:xfrm>
                <ns1:custGeom>
                  <ns1:avLst/>
                  <ns1:gdLst>
                    <ns1:gd name="T0" fmla="*/ 224 w 368"/>
                    <ns1:gd name="T1" fmla="*/ 33 h 172"/>
                    <ns1:gd name="T2" fmla="*/ 224 w 368"/>
                    <ns1:gd name="T3" fmla="*/ 33 h 172"/>
                    <ns1:gd name="T4" fmla="*/ 231 w 368"/>
                    <ns1:gd name="T5" fmla="*/ 31 h 172"/>
                    <ns1:gd name="T6" fmla="*/ 234 w 368"/>
                    <ns1:gd name="T7" fmla="*/ 28 h 172"/>
                    <ns1:gd name="T8" fmla="*/ 368 w 368"/>
                    <ns1:gd name="T9" fmla="*/ 168 h 172"/>
                    <ns1:gd name="T10" fmla="*/ 368 w 368"/>
                    <ns1:gd name="T11" fmla="*/ 168 h 172"/>
                    <ns1:gd name="T12" fmla="*/ 366 w 368"/>
                    <ns1:gd name="T13" fmla="*/ 172 h 172"/>
                    <ns1:gd name="T14" fmla="*/ 0 w 368"/>
                    <ns1:gd name="T15" fmla="*/ 2 h 172"/>
                    <ns1:gd name="T16" fmla="*/ 0 w 368"/>
                    <ns1:gd name="T17" fmla="*/ 2 h 172"/>
                    <ns1:gd name="T18" fmla="*/ 0 w 368"/>
                    <ns1:gd name="T19" fmla="*/ 0 h 172"/>
                    <ns1:gd name="T20" fmla="*/ 104 w 368"/>
                    <ns1:gd name="T21" fmla="*/ 12 h 172"/>
                    <ns1:gd name="T22" fmla="*/ 217 w 368"/>
                    <ns1:gd name="T23" fmla="*/ 19 h 172"/>
                    <ns1:gd name="T24" fmla="*/ 217 w 368"/>
                    <ns1:gd name="T25" fmla="*/ 19 h 172"/>
                    <ns1:gd name="T26" fmla="*/ 215 w 368"/>
                    <ns1:gd name="T27" fmla="*/ 21 h 172"/>
                    <ns1:gd name="T28" fmla="*/ 215 w 368"/>
                    <ns1:gd name="T29" fmla="*/ 21 h 172"/>
                    <ns1:gd name="T30" fmla="*/ 217 w 368"/>
                    <ns1:gd name="T31" fmla="*/ 26 h 172"/>
                    <ns1:gd name="T32" fmla="*/ 219 w 368"/>
                    <ns1:gd name="T33" fmla="*/ 28 h 172"/>
                    <ns1:gd name="T34" fmla="*/ 222 w 368"/>
                    <ns1:gd name="T35" fmla="*/ 31 h 172"/>
                    <ns1:gd name="T36" fmla="*/ 224 w 368"/>
                    <ns1:gd name="T37" fmla="*/ 33 h 172"/>
                    <ns1:gd name="T38" fmla="*/ 224 w 368"/>
                    <ns1:gd name="T39" fmla="*/ 33 h 172"/>
                    <ns1:gd name="T40" fmla="*/ 224 w 368"/>
                    <ns1:gd name="T41" fmla="*/ 33 h 172"/>
                    <ns1:gd name="T42" fmla="*/ 224 w 368"/>
                    <ns1:gd name="T43" fmla="*/ 33 h 1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68" h="172">
                      <ns1:moveTo>
                        <ns1:pt x="224" y="33"/>
                      </ns1:moveTo>
                      <ns1:lnTo>
                        <ns1:pt x="224" y="33"/>
                      </ns1:lnTo>
                      <ns1:lnTo>
                        <ns1:pt x="231" y="31"/>
                      </ns1:lnTo>
                      <ns1:lnTo>
                        <ns1:pt x="234" y="28"/>
                      </ns1:lnTo>
                      <ns1:lnTo>
                        <ns1:pt x="368" y="168"/>
                      </ns1:lnTo>
                      <ns1:lnTo>
                        <ns1:pt x="368" y="168"/>
                      </ns1:lnTo>
                      <ns1:lnTo>
                        <ns1:pt x="366" y="172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0" y="0"/>
                      </ns1:lnTo>
                      <ns1:lnTo>
                        <ns1:pt x="104" y="12"/>
                      </ns1:lnTo>
                      <ns1:lnTo>
                        <ns1:pt x="217" y="19"/>
                      </ns1:lnTo>
                      <ns1:lnTo>
                        <ns1:pt x="217" y="19"/>
                      </ns1:lnTo>
                      <ns1:lnTo>
                        <ns1:pt x="215" y="21"/>
                      </ns1:lnTo>
                      <ns1:lnTo>
                        <ns1:pt x="215" y="21"/>
                      </ns1:lnTo>
                      <ns1:lnTo>
                        <ns1:pt x="217" y="26"/>
                      </ns1:lnTo>
                      <ns1:lnTo>
                        <ns1:pt x="219" y="28"/>
                      </ns1:lnTo>
                      <ns1:lnTo>
                        <ns1:pt x="222" y="31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4" name="Freeform 73">
                  <ns1:extLst>
                    <ns1:ext uri="{FF2B5EF4-FFF2-40B4-BE49-F238E27FC236}">
                      <ns2:creationId id="{24A13E06-4901-4B47-9833-3BFB8DC1A1EE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32025" y="3929063"/>
                  <ns1:ext cx="625475" cy="100013"/>
                </ns1:xfrm>
                <ns1:custGeom>
                  <ns1:avLst/>
                  <ns1:gdLst>
                    <ns1:gd name="T0" fmla="*/ 394 w 394"/>
                    <ns1:gd name="T1" fmla="*/ 63 h 63"/>
                    <ns1:gd name="T2" fmla="*/ 196 w 394"/>
                    <ns1:gd name="T3" fmla="*/ 47 h 63"/>
                    <ns1:gd name="T4" fmla="*/ 196 w 394"/>
                    <ns1:gd name="T5" fmla="*/ 47 h 63"/>
                    <ns1:gd name="T6" fmla="*/ 193 w 394"/>
                    <ns1:gd name="T7" fmla="*/ 42 h 63"/>
                    <ns1:gd name="T8" fmla="*/ 193 w 394"/>
                    <ns1:gd name="T9" fmla="*/ 40 h 63"/>
                    <ns1:gd name="T10" fmla="*/ 189 w 394"/>
                    <ns1:gd name="T11" fmla="*/ 40 h 63"/>
                    <ns1:gd name="T12" fmla="*/ 186 w 394"/>
                    <ns1:gd name="T13" fmla="*/ 37 h 63"/>
                    <ns1:gd name="T14" fmla="*/ 186 w 394"/>
                    <ns1:gd name="T15" fmla="*/ 37 h 63"/>
                    <ns1:gd name="T16" fmla="*/ 179 w 394"/>
                    <ns1:gd name="T17" fmla="*/ 40 h 63"/>
                    <ns1:gd name="T18" fmla="*/ 177 w 394"/>
                    <ns1:gd name="T19" fmla="*/ 42 h 63"/>
                    <ns1:gd name="T20" fmla="*/ 0 w 394"/>
                    <ns1:gd name="T21" fmla="*/ 0 h 63"/>
                    <ns1:gd name="T22" fmla="*/ 394 w 394"/>
                    <ns1:gd name="T23" fmla="*/ 63 h 63"/>
                    <ns1:gd name="T24" fmla="*/ 394 w 394"/>
                    <ns1:gd name="T25" fmla="*/ 63 h 63"/>
                    <ns1:gd name="T26" fmla="*/ 394 w 394"/>
                    <ns1:gd name="T27" fmla="*/ 63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</ns1:cxnLst>
                  <ns1:rect l="0" t="0" r="r" b="b"/>
                  <ns1:pathLst>
                    <ns1:path w="394" h="63">
                      <ns1:moveTo>
                        <ns1:pt x="394" y="63"/>
                      </ns1:moveTo>
                      <ns1:lnTo>
                        <ns1:pt x="196" y="47"/>
                      </ns1:lnTo>
                      <ns1:lnTo>
                        <ns1:pt x="196" y="47"/>
                      </ns1:lnTo>
                      <ns1:lnTo>
                        <ns1:pt x="193" y="42"/>
                      </ns1:lnTo>
                      <ns1:lnTo>
                        <ns1:pt x="193" y="40"/>
                      </ns1:lnTo>
                      <ns1:lnTo>
                        <ns1:pt x="189" y="40"/>
                      </ns1:lnTo>
                      <ns1:lnTo>
                        <ns1:pt x="186" y="37"/>
                      </ns1:lnTo>
                      <ns1:lnTo>
                        <ns1:pt x="186" y="37"/>
                      </ns1:lnTo>
                      <ns1:lnTo>
                        <ns1:pt x="179" y="40"/>
                      </ns1:lnTo>
                      <ns1:lnTo>
                        <ns1:pt x="177" y="42"/>
                      </ns1:lnTo>
                      <ns1:lnTo>
                        <ns1:pt x="0" y="0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5" name="Freeform 74">
                  <ns1:extLst>
                    <ns1:ext uri="{FF2B5EF4-FFF2-40B4-BE49-F238E27FC236}">
                      <ns2:creationId id="{DB18CAD6-DFFD-4557-AB23-8FBE7AA380A1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589213" y="3924300"/>
                  <ns1:ext cx="633413" cy="139700"/>
                </ns1:xfrm>
                <ns1:custGeom>
                  <ns1:avLst/>
                  <ns1:gdLst>
                    <ns1:gd name="T0" fmla="*/ 192 w 399"/>
                    <ns1:gd name="T1" fmla="*/ 0 h 88"/>
                    <ns1:gd name="T2" fmla="*/ 192 w 399"/>
                    <ns1:gd name="T3" fmla="*/ 0 h 88"/>
                    <ns1:gd name="T4" fmla="*/ 194 w 399"/>
                    <ns1:gd name="T5" fmla="*/ 5 h 88"/>
                    <ns1:gd name="T6" fmla="*/ 194 w 399"/>
                    <ns1:gd name="T7" fmla="*/ 5 h 88"/>
                    <ns1:gd name="T8" fmla="*/ 199 w 399"/>
                    <ns1:gd name="T9" fmla="*/ 7 h 88"/>
                    <ns1:gd name="T10" fmla="*/ 201 w 399"/>
                    <ns1:gd name="T11" fmla="*/ 10 h 88"/>
                    <ns1:gd name="T12" fmla="*/ 201 w 399"/>
                    <ns1:gd name="T13" fmla="*/ 10 h 88"/>
                    <ns1:gd name="T14" fmla="*/ 206 w 399"/>
                    <ns1:gd name="T15" fmla="*/ 7 h 88"/>
                    <ns1:gd name="T16" fmla="*/ 208 w 399"/>
                    <ns1:gd name="T17" fmla="*/ 5 h 88"/>
                    <ns1:gd name="T18" fmla="*/ 210 w 399"/>
                    <ns1:gd name="T19" fmla="*/ 5 h 88"/>
                    <ns1:gd name="T20" fmla="*/ 213 w 399"/>
                    <ns1:gd name="T21" fmla="*/ 0 h 88"/>
                    <ns1:gd name="T22" fmla="*/ 399 w 399"/>
                    <ns1:gd name="T23" fmla="*/ 47 h 88"/>
                    <ns1:gd name="T24" fmla="*/ 399 w 399"/>
                    <ns1:gd name="T25" fmla="*/ 47 h 88"/>
                    <ns1:gd name="T26" fmla="*/ 399 w 399"/>
                    <ns1:gd name="T27" fmla="*/ 50 h 88"/>
                    <ns1:gd name="T28" fmla="*/ 0 w 399"/>
                    <ns1:gd name="T29" fmla="*/ 88 h 88"/>
                    <ns1:gd name="T30" fmla="*/ 0 w 399"/>
                    <ns1:gd name="T31" fmla="*/ 88 h 88"/>
                    <ns1:gd name="T32" fmla="*/ 0 w 399"/>
                    <ns1:gd name="T33" fmla="*/ 83 h 88"/>
                    <ns1:gd name="T34" fmla="*/ 192 w 399"/>
                    <ns1:gd name="T35" fmla="*/ 0 h 88"/>
                    <ns1:gd name="T36" fmla="*/ 192 w 399"/>
                    <ns1:gd name="T37" fmla="*/ 0 h 88"/>
                    <ns1:gd name="T38" fmla="*/ 192 w 399"/>
                    <ns1:gd name="T39" fmla="*/ 0 h 8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99" h="88">
                      <ns1:moveTo>
                        <ns1:pt x="192" y="0"/>
                      </ns1:moveTo>
                      <ns1:lnTo>
                        <ns1:pt x="192" y="0"/>
                      </ns1:lnTo>
                      <ns1:lnTo>
                        <ns1:pt x="194" y="5"/>
                      </ns1:lnTo>
                      <ns1:lnTo>
                        <ns1:pt x="194" y="5"/>
                      </ns1:lnTo>
                      <ns1:lnTo>
                        <ns1:pt x="199" y="7"/>
                      </ns1:lnTo>
                      <ns1:lnTo>
                        <ns1:pt x="201" y="10"/>
                      </ns1:lnTo>
                      <ns1:lnTo>
                        <ns1:pt x="201" y="10"/>
                      </ns1:lnTo>
                      <ns1:lnTo>
                        <ns1:pt x="206" y="7"/>
                      </ns1:lnTo>
                      <ns1:lnTo>
                        <ns1:pt x="208" y="5"/>
                      </ns1:lnTo>
                      <ns1:lnTo>
                        <ns1:pt x="210" y="5"/>
                      </ns1:lnTo>
                      <ns1:lnTo>
                        <ns1:pt x="213" y="0"/>
                      </ns1:lnTo>
                      <ns1:lnTo>
                        <ns1:pt x="399" y="47"/>
                      </ns1:lnTo>
                      <ns1:lnTo>
                        <ns1:pt x="399" y="47"/>
                      </ns1:lnTo>
                      <ns1:lnTo>
                        <ns1:pt x="399" y="50"/>
                      </ns1:lnTo>
                      <ns1:lnTo>
                        <ns1:pt x="0" y="88"/>
                      </ns1:lnTo>
                      <ns1:lnTo>
                        <ns1:pt x="0" y="88"/>
                      </ns1:lnTo>
                      <ns1:lnTo>
                        <ns1:pt x="0" y="83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6" name="Freeform 75">
                  <ns1:extLst>
                    <ns1:ext uri="{FF2B5EF4-FFF2-40B4-BE49-F238E27FC236}">
                      <ns2:creationId id="{4461CDE1-7504-4C49-B0A6-9C4E137BA67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065463" y="4081463"/>
                  <ns1:ext cx="431800" cy="476250"/>
                </ns1:xfrm>
                <ns1:custGeom>
                  <ns1:avLst/>
                  <ns1:gdLst>
                    <ns1:gd name="T0" fmla="*/ 83 w 272"/>
                    <ns1:gd name="T1" fmla="*/ 119 h 300"/>
                    <ns1:gd name="T2" fmla="*/ 83 w 272"/>
                    <ns1:gd name="T3" fmla="*/ 119 h 300"/>
                    <ns1:gd name="T4" fmla="*/ 88 w 272"/>
                    <ns1:gd name="T5" fmla="*/ 121 h 300"/>
                    <ns1:gd name="T6" fmla="*/ 88 w 272"/>
                    <ns1:gd name="T7" fmla="*/ 121 h 300"/>
                    <ns1:gd name="T8" fmla="*/ 90 w 272"/>
                    <ns1:gd name="T9" fmla="*/ 119 h 300"/>
                    <ns1:gd name="T10" fmla="*/ 95 w 272"/>
                    <ns1:gd name="T11" fmla="*/ 119 h 300"/>
                    <ns1:gd name="T12" fmla="*/ 97 w 272"/>
                    <ns1:gd name="T13" fmla="*/ 114 h 300"/>
                    <ns1:gd name="T14" fmla="*/ 97 w 272"/>
                    <ns1:gd name="T15" fmla="*/ 111 h 300"/>
                    <ns1:gd name="T16" fmla="*/ 97 w 272"/>
                    <ns1:gd name="T17" fmla="*/ 111 h 300"/>
                    <ns1:gd name="T18" fmla="*/ 95 w 272"/>
                    <ns1:gd name="T19" fmla="*/ 107 h 300"/>
                    <ns1:gd name="T20" fmla="*/ 270 w 272"/>
                    <ns1:gd name="T21" fmla="*/ 0 h 300"/>
                    <ns1:gd name="T22" fmla="*/ 270 w 272"/>
                    <ns1:gd name="T23" fmla="*/ 0 h 300"/>
                    <ns1:gd name="T24" fmla="*/ 272 w 272"/>
                    <ns1:gd name="T25" fmla="*/ 3 h 300"/>
                    <ns1:gd name="T26" fmla="*/ 229 w 272"/>
                    <ns1:gd name="T27" fmla="*/ 48 h 300"/>
                    <ns1:gd name="T28" fmla="*/ 0 w 272"/>
                    <ns1:gd name="T29" fmla="*/ 300 h 300"/>
                    <ns1:gd name="T30" fmla="*/ 0 w 272"/>
                    <ns1:gd name="T31" fmla="*/ 300 h 300"/>
                    <ns1:gd name="T32" fmla="*/ 0 w 272"/>
                    <ns1:gd name="T33" fmla="*/ 300 h 300"/>
                    <ns1:gd name="T34" fmla="*/ 83 w 272"/>
                    <ns1:gd name="T35" fmla="*/ 119 h 300"/>
                    <ns1:gd name="T36" fmla="*/ 83 w 272"/>
                    <ns1:gd name="T37" fmla="*/ 119 h 300"/>
                    <ns1:gd name="T38" fmla="*/ 83 w 272"/>
                    <ns1:gd name="T39" fmla="*/ 119 h 3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72" h="300">
                      <ns1:moveTo>
                        <ns1:pt x="83" y="119"/>
                      </ns1:moveTo>
                      <ns1:lnTo>
                        <ns1:pt x="83" y="119"/>
                      </ns1:lnTo>
                      <ns1:lnTo>
                        <ns1:pt x="88" y="121"/>
                      </ns1:lnTo>
                      <ns1:lnTo>
                        <ns1:pt x="88" y="121"/>
                      </ns1:lnTo>
                      <ns1:lnTo>
                        <ns1:pt x="90" y="119"/>
                      </ns1:lnTo>
                      <ns1:lnTo>
                        <ns1:pt x="95" y="119"/>
                      </ns1:lnTo>
                      <ns1:lnTo>
                        <ns1:pt x="97" y="114"/>
                      </ns1:lnTo>
                      <ns1:lnTo>
                        <ns1:pt x="97" y="111"/>
                      </ns1:lnTo>
                      <ns1:lnTo>
                        <ns1:pt x="97" y="111"/>
                      </ns1:lnTo>
                      <ns1:lnTo>
                        <ns1:pt x="95" y="107"/>
                      </ns1:lnTo>
                      <ns1:lnTo>
                        <ns1:pt x="270" y="0"/>
                      </ns1:lnTo>
                      <ns1:lnTo>
                        <ns1:pt x="270" y="0"/>
                      </ns1:lnTo>
                      <ns1:lnTo>
                        <ns1:pt x="272" y="3"/>
                      </ns1:lnTo>
                      <ns1:lnTo>
                        <ns1:pt x="229" y="48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7" name="Freeform 76">
                  <ns1:extLst>
                    <ns1:ext uri="{FF2B5EF4-FFF2-40B4-BE49-F238E27FC236}">
                      <ns2:creationId id="{D89759A8-5CEC-4760-A505-4468136F302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36913" y="4614863"/>
                  <ns1:ext cx="149225" cy="619125"/>
                </ns1:xfrm>
                <ns1:custGeom>
                  <ns1:avLst/>
                  <ns1:gdLst>
                    <ns1:gd name="T0" fmla="*/ 89 w 94"/>
                    <ns1:gd name="T1" fmla="*/ 0 h 390"/>
                    <ns1:gd name="T2" fmla="*/ 89 w 94"/>
                    <ns1:gd name="T3" fmla="*/ 0 h 390"/>
                    <ns1:gd name="T4" fmla="*/ 94 w 94"/>
                    <ns1:gd name="T5" fmla="*/ 2 h 390"/>
                    <ns1:gd name="T6" fmla="*/ 11 w 94"/>
                    <ns1:gd name="T7" fmla="*/ 390 h 390"/>
                    <ns1:gd name="T8" fmla="*/ 11 w 94"/>
                    <ns1:gd name="T9" fmla="*/ 390 h 390"/>
                    <ns1:gd name="T10" fmla="*/ 11 w 94"/>
                    <ns1:gd name="T11" fmla="*/ 390 h 390"/>
                    <ns1:gd name="T12" fmla="*/ 11 w 94"/>
                    <ns1:gd name="T13" fmla="*/ 390 h 390"/>
                    <ns1:gd name="T14" fmla="*/ 11 w 94"/>
                    <ns1:gd name="T15" fmla="*/ 390 h 390"/>
                    <ns1:gd name="T16" fmla="*/ 0 w 94"/>
                    <ns1:gd name="T17" fmla="*/ 177 h 390"/>
                    <ns1:gd name="T18" fmla="*/ 0 w 94"/>
                    <ns1:gd name="T19" fmla="*/ 177 h 390"/>
                    <ns1:gd name="T20" fmla="*/ 2 w 94"/>
                    <ns1:gd name="T21" fmla="*/ 175 h 390"/>
                    <ns1:gd name="T22" fmla="*/ 7 w 94"/>
                    <ns1:gd name="T23" fmla="*/ 172 h 390"/>
                    <ns1:gd name="T24" fmla="*/ 7 w 94"/>
                    <ns1:gd name="T25" fmla="*/ 170 h 390"/>
                    <ns1:gd name="T26" fmla="*/ 7 w 94"/>
                    <ns1:gd name="T27" fmla="*/ 165 h 390"/>
                    <ns1:gd name="T28" fmla="*/ 7 w 94"/>
                    <ns1:gd name="T29" fmla="*/ 165 h 390"/>
                    <ns1:gd name="T30" fmla="*/ 7 w 94"/>
                    <ns1:gd name="T31" fmla="*/ 161 h 390"/>
                    <ns1:gd name="T32" fmla="*/ 2 w 94"/>
                    <ns1:gd name="T33" fmla="*/ 156 h 390"/>
                    <ns1:gd name="T34" fmla="*/ 89 w 94"/>
                    <ns1:gd name="T35" fmla="*/ 0 h 390"/>
                    <ns1:gd name="T36" fmla="*/ 89 w 94"/>
                    <ns1:gd name="T37" fmla="*/ 0 h 390"/>
                    <ns1:gd name="T38" fmla="*/ 89 w 94"/>
                    <ns1:gd name="T39" fmla="*/ 0 h 3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94" h="390">
                      <ns1:moveTo>
                        <ns1:pt x="89" y="0"/>
                      </ns1:moveTo>
                      <ns1:lnTo>
                        <ns1:pt x="89" y="0"/>
                      </ns1:lnTo>
                      <ns1:lnTo>
                        <ns1:pt x="94" y="2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0" y="177"/>
                      </ns1:lnTo>
                      <ns1:lnTo>
                        <ns1:pt x="0" y="177"/>
                      </ns1:lnTo>
                      <ns1:lnTo>
                        <ns1:pt x="2" y="175"/>
                      </ns1:lnTo>
                      <ns1:lnTo>
                        <ns1:pt x="7" y="172"/>
                      </ns1:lnTo>
                      <ns1:lnTo>
                        <ns1:pt x="7" y="170"/>
                      </ns1:lnTo>
                      <ns1:lnTo>
                        <ns1:pt x="7" y="165"/>
                      </ns1:lnTo>
                      <ns1:lnTo>
                        <ns1:pt x="7" y="165"/>
                      </ns1:lnTo>
                      <ns1:lnTo>
                        <ns1:pt x="7" y="161"/>
                      </ns1:lnTo>
                      <ns1:lnTo>
                        <ns1:pt x="2" y="156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8" name="Freeform 77">
                  <ns1:extLst>
                    <ns1:ext uri="{FF2B5EF4-FFF2-40B4-BE49-F238E27FC236}">
                      <ns2:creationId id="{274E7F37-9CEB-4F92-A6A5-04599D02E3F6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25800" y="4618038"/>
                  <ns1:ext cx="1143000" cy="644525"/>
                </ns1:xfrm>
                <ns1:custGeom>
                  <ns1:avLst/>
                  <ns1:gdLst>
                    <ns1:gd name="T0" fmla="*/ 87 w 720"/>
                    <ns1:gd name="T1" fmla="*/ 0 h 406"/>
                    <ns1:gd name="T2" fmla="*/ 720 w 720"/>
                    <ns1:gd name="T3" fmla="*/ 274 h 406"/>
                    <ns1:gd name="T4" fmla="*/ 0 w 720"/>
                    <ns1:gd name="T5" fmla="*/ 406 h 4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720" h="406">
                      <ns1:moveTo>
                        <ns1:pt x="87" y="0"/>
                      </ns1:moveTo>
                      <ns1:lnTo>
                        <ns1:pt x="720" y="274"/>
                      </ns1:lnTo>
                      <ns1:lnTo>
                        <ns1:pt x="0" y="40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9" name="Freeform 78">
                  <ns1:extLst>
                    <ns1:ext uri="{FF2B5EF4-FFF2-40B4-BE49-F238E27FC236}">
                      <ns2:creationId id="{29350CB7-905B-401C-9E16-6403835BE53C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636838" y="4006850"/>
                  <ns1:ext cx="1604963" cy="1042988"/>
                </ns1:xfrm>
                <ns1:custGeom>
                  <ns1:avLst/>
                  <ns1:gdLst>
                    <ns1:gd name="T0" fmla="*/ 0 w 1011"/>
                    <ns1:gd name="T1" fmla="*/ 47 h 657"/>
                    <ns1:gd name="T2" fmla="*/ 340 w 1011"/>
                    <ns1:gd name="T3" fmla="*/ 657 h 657"/>
                    <ns1:gd name="T4" fmla="*/ 451 w 1011"/>
                    <ns1:gd name="T5" fmla="*/ 0 h 657"/>
                    <ns1:gd name="T6" fmla="*/ 845 w 1011"/>
                    <ns1:gd name="T7" fmla="*/ 199 h 657"/>
                    <ns1:gd name="T8" fmla="*/ 340 w 1011"/>
                    <ns1:gd name="T9" fmla="*/ 654 h 657"/>
                    <ns1:gd name="T10" fmla="*/ 1011 w 1011"/>
                    <ns1:gd name="T11" fmla="*/ 572 h 65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011" h="657">
                      <ns1:moveTo>
                        <ns1:pt x="0" y="47"/>
                      </ns1:moveTo>
                      <ns1:lnTo>
                        <ns1:pt x="340" y="657"/>
                      </ns1:lnTo>
                      <ns1:lnTo>
                        <ns1:pt x="451" y="0"/>
                      </ns1:lnTo>
                      <ns1:lnTo>
                        <ns1:pt x="845" y="199"/>
                      </ns1:lnTo>
                      <ns1:lnTo>
                        <ns1:pt x="340" y="654"/>
                      </ns1:lnTo>
                      <ns1:lnTo>
                        <ns1:pt x="1011" y="572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0" name="Line 79">
                  <ns1:extLst>
                    <ns1:ext uri="{FF2B5EF4-FFF2-40B4-BE49-F238E27FC236}">
                      <ns2:creationId id="{788DE650-FA42-4ACE-BE85-890E010AA25F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9838"/>
                  <ns1:ext cx="457200" cy="100488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1" name="Line 80">
                  <ns1:extLst>
                    <ns1:ext uri="{FF2B5EF4-FFF2-40B4-BE49-F238E27FC236}">
                      <ns2:creationId id="{4BD5E206-89C5-40F4-A92F-359AB52F6146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1647825" y="6043613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2" name="Line 81">
                  <ns1:extLst>
                    <ns1:ext uri="{FF2B5EF4-FFF2-40B4-BE49-F238E27FC236}">
                      <ns2:creationId id="{3005639B-BCE0-485E-A005-A9C715B0D44D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5075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3" name="Freeform 82">
                  <ns1:extLst>
                    <ns1:ext uri="{FF2B5EF4-FFF2-40B4-BE49-F238E27FC236}">
                      <ns2:creationId id="{C410155C-9B1E-452B-8CB8-B67B9119800D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097088" y="4006850"/>
                  <ns1:ext cx="985838" cy="1533525"/>
                </ns1:xfrm>
                <ns1:custGeom>
                  <ns1:avLst/>
                  <ns1:gdLst>
                    <ns1:gd name="T0" fmla="*/ 111 w 621"/>
                    <ns1:gd name="T1" fmla="*/ 0 h 966"/>
                    <ns1:gd name="T2" fmla="*/ 0 w 621"/>
                    <ns1:gd name="T3" fmla="*/ 654 h 966"/>
                    <ns1:gd name="T4" fmla="*/ 621 w 621"/>
                    <ns1:gd name="T5" fmla="*/ 966 h 9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621" h="966">
                      <ns1:moveTo>
                        <ns1:pt x="111" y="0"/>
                      </ns1:moveTo>
                      <ns1:lnTo>
                        <ns1:pt x="0" y="654"/>
                      </ns1:lnTo>
                      <ns1:lnTo>
                        <ns1:pt x="621" y="96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4" name="Line 83">
                  <ns1:extLst>
                    <ns1:ext uri="{FF2B5EF4-FFF2-40B4-BE49-F238E27FC236}">
                      <ns2:creationId id="{17C7D4DA-88E8-4475-8E6B-D87BEDC8E8AB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292350" y="5045075"/>
                  <ns1:ext cx="195263" cy="117475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5" name="Line 84">
                  <ns1:extLst>
                    <ns1:ext uri="{FF2B5EF4-FFF2-40B4-BE49-F238E27FC236}">
                      <ns2:creationId id="{B7071E21-176E-4211-9349-769530B02287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881313" y="5057775"/>
                  <ns1:ext cx="784225" cy="78263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</ns0:grpSp>
        </ns0:grpSp>
        <ns0:pic>
          <ns0:nvPicPr>
            <ns0:cNvPr id="446" name="图片 445">
              <ns1:extLst>
                <ns1:ext uri="{FF2B5EF4-FFF2-40B4-BE49-F238E27FC236}">
                  <ns2:creationId id="{4A811D88-35A5-42F7-8BD6-DAA4E7B36522}"/>
                </ns1:ext>
              </ns1:extLst>
            </ns0:cNvPr>
            <ns0:cNvPicPr>
              <ns1:picLocks noChangeAspect="1"/>
            </ns0:cNvPicPr>
            <ns0:nvPr/>
          </ns0:nvPicPr>
          <ns0:blipFill rotWithShape="1">
            <ns1:blip ns3:embed="rId6" cstate="print">
              <ns1:extLst>
                <ns1:ext uri="{28A0092B-C50C-407E-A947-70E740481C1C}">
                  <ns4:useLocalDpi val="0"/>
                </ns1:ext>
              </ns1:extLst>
            </ns1:blip>
            <ns1:srcRect l="41275" r="32842"/>
            <ns1:stretch/>
          </ns0:blipFill>
          <ns0:spPr>
            <ns1:xfrm>
              <ns1:off x="5401920" y="3577739"/>
              <ns1:ext cx="572098" cy="1800000"/>
            </ns1:xfrm>
            <ns1:prstGeom prst="rect">
              <ns1:avLst/>
            </ns1:prstGeom>
          </ns0:spPr>
        </ns0:pic>
      </ns0:grpSp>
      <ns0:pic>
        <ns0:nvPicPr>
          <ns0:cNvPr id="447" name="Picture 2" descr="https://gimg2.baidu.com/image_search/src=http%3A%2F%2Fnimg.ws.126.net%2F%3Furl%3Dhttp%3A%2F%2Fdingyue.ws.126.net%2F2021%2F0622%2F3e8bd143p00qv41nj0005d200dc006pg00dc006p.png%26thumbnail%3D650x2147483647%26quality%3D80%26type%3Djpg&amp;refer=http%3A%2F%2Fnimg.ws.126.net&amp;app=2002&amp;size=f9999,10000&amp;q=a80&amp;n=0&amp;g=0n&amp;fmt=jpeg?sec=1649559551&amp;t=4e83b7f8c6f3e15dc2f2fef87203b54e">
            <ns1:extLst>
              <ns1:ext uri="{FF2B5EF4-FFF2-40B4-BE49-F238E27FC236}">
                <ns2:creationId id="{EDA8490C-FB38-47D3-A7DB-6E76F9B8BC62}"/>
              </ns1:ext>
            </ns1:extLst>
          </ns0:cNvPr>
          <ns0:cNvPicPr>
            <ns1:picLocks noChangeAspect="1" noChangeArrowheads="1"/>
          </ns0:cNvPicPr>
          <ns0:nvPr/>
        </ns0:nvPicPr>
        <ns0:blipFill rotWithShape="1">
          <ns1:blip ns3:embed="rId7" cstate="print">
            <ns1:extLst>
              <ns1:ext uri="{28A0092B-C50C-407E-A947-70E740481C1C}">
                <ns4:useLocalDpi val="0"/>
              </ns1:ext>
            </ns1:extLst>
          </ns1:blip>
          <ns1:srcRect t="18360" b="15978"/>
          <ns1:stretch/>
        </ns0:blipFill>
        <ns0:spPr bwMode="auto">
          <ns1:xfrm>
            <ns1:off x="6560519" y="1682192"/>
            <ns1:ext cx="1075519" cy="354578"/>
          </ns1:xfrm>
          <ns1:prstGeom prst="roundRect">
            <ns1:avLst/>
          </ns1:prstGeom>
          <ns1:noFill/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</ns1:extLst>
        </ns0:spPr>
      </ns0:pic>
      <ns0:cxnSp>
        <ns0:nvCxnSpPr>
          <ns0:cNvPr id="448" name="直接箭头连接符 447">
            <ns1:extLst>
              <ns1:ext uri="{FF2B5EF4-FFF2-40B4-BE49-F238E27FC236}">
                <ns2:creationId id="{C3FFA950-C393-4FD6-93DC-8953F0BB85E9}"/>
              </ns1:ext>
            </ns1:extLst>
          </ns0:cNvPr>
          <ns0:cNvCxnSpPr>
            <ns1:cxnSpLocks/>
          </ns0:cNvCxnSpPr>
          <ns0:nvPr/>
        </ns0:nvCxnSpPr>
        <ns0:spPr>
          <ns1:xfrm>
            <ns1:off x="9289109" y="2494480"/>
            <ns1:ext cx="276702" cy="0"/>
          </ns1:xfrm>
          <ns1:prstGeom prst="straightConnector1">
            <ns1:avLst/>
          </ns1:prstGeom>
          <ns1:noFill/>
          <ns1:ln w="38100" cap="flat" cmpd="sng" algn="ctr">
            <ns1:solidFill>
              <ns1:srgbClr val="C00000"/>
            </ns1:solidFill>
            <ns1:prstDash val="solid"/>
            <ns1:miter lim="800000"/>
            <ns1:tailEnd type="triangle"/>
          </ns1:ln>
          <ns1:effectLst/>
        </ns0:spPr>
      </ns0:cxnSp>
      <ns0:sp>
        <ns0:nvSpPr>
          <ns0:cNvPr id="449" name="箭头: 上 448">
            <ns1:extLst>
              <ns1:ext uri="{FF2B5EF4-FFF2-40B4-BE49-F238E27FC236}">
                <ns2:creationId id="{F4867670-8499-49AA-A9FC-395B7B2AAF75}"/>
              </ns1:ext>
            </ns1:extLst>
          </ns0:cNvPr>
          <ns0:cNvSpPr/>
          <ns0:nvPr/>
        </ns0:nvSpPr>
        <ns0:spPr>
          <ns1:xfrm>
            <ns1:off x="10449397" y="2276310"/>
            <ns1:ext cx="288000" cy="345467"/>
          </ns1:xfrm>
          <ns1:prstGeom prst="upArrow">
            <ns1:avLst/>
          </ns1:prstGeom>
          <ns1:solidFill>
            <ns1:srgbClr val="FFC000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marL="0" marR="0" lvl="0" indent="0" algn="ctr" defTabSz="91447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endParaRPr kumimoji="0" lang="zh-CN" altLang="en-US" sz="1800" b="0" i="0" u="none" strike="noStrike" kern="1200" cap="none" spc="0" normalizeH="0" baseline="0" noProof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379" name="矩形 378">
            <ns1:extLst>
              <ns1:ext uri="{FF2B5EF4-FFF2-40B4-BE49-F238E27FC236}">
                <ns2:creationId id="{3D6E9F7D-602D-424F-B090-40C20B679B39}"/>
              </ns1:ext>
            </ns1:extLst>
          </ns0:cNvPr>
          <ns0:cNvSpPr/>
          <ns0:nvPr/>
        </ns0:nvSpPr>
        <ns0:spPr>
          <ns1:xfrm>
            <ns1:off x="7440303" y="4973374"/>
            <ns1:ext cx="2491233" cy="581057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marL="0" marR="0" lvl="0" indent="0" algn="ctr" defTabSz="914034" rtl="0" eaLnBrk="1" fontAlgn="auto" latinLnBrk="0" hangingPunct="1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2400" b="1" i="0" u="none" strike="noStrike" kern="1200" cap="none" spc="0" normalizeH="0" baseline="0" noProof="0" dirty="0">
                <ns1:ln>
                  <ns1:noFill/>
                </ns1:ln>
                <ns1:solidFill>
                  <ns1:srgbClr val="C00000"/>
                </ns1:solidFill>
                <ns1:effectLst>
                  <ns1:outerShdw blurRad="38100" dist="38100" dir="2700000" algn="tl">
                    <ns1:srgbClr val="000000">
                      <ns1:alpha val="43137"/>
                    </ns1:srgbClr>
                  </ns1:outerShdw>
                </ns1:effectLst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块1；描述行1；描述行2；块2；描述行1；描述行2</ns1:t>
            </ns1:r>
            <ns1:r>
              <ns1:rPr kumimoji="0" lang="en-US" altLang="zh-CN" sz="2400" b="1" i="0" u="none" strike="noStrike" kern="0" cap="none" spc="0" normalizeH="0" baseline="0" noProof="0" dirty="0">
                <ns1:ln>
                  <ns1:noFill/>
                </ns1:ln>
                <ns1:solidFill>
                  <ns1:srgbClr val="C00000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en-US" altLang="zh-CN" sz="2400" b="1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zh-CN" altLang="en-US" sz="2400" b="1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en-US" altLang="zh-CN" sz="2400" b="1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380" name="矩形 379">
            <ns1:extLst>
              <ns1:ext uri="{FF2B5EF4-FFF2-40B4-BE49-F238E27FC236}">
                <ns2:creationId id="{76FD7B00-B35C-4A96-A896-D10AA311DF28}"/>
              </ns1:ext>
            </ns1:extLst>
          </ns0:cNvPr>
          <ns0:cNvSpPr/>
          <ns0:nvPr/>
        </ns0:nvSpPr>
        <ns0:spPr>
          <ns1:xfrm>
            <ns1:off x="7601655" y="5830749"/>
            <ns1:ext cx="876202" cy="307648"/>
          </ns1:xfrm>
          <ns1:prstGeom prst="rect">
            <ns1:avLst/>
          </ns1:prstGeom>
        </ns0:spPr>
        <ns0:txBody>
          <ns1:bodyPr wrap="none" lIns="0">
            <ns1:spAutoFit/>
          </ns1:bodyPr>
          <ns1:lstStyle/>
          <ns1:p>
            <ns1:pPr marL="0" marR="0" lvl="0" indent="0" algn="l" defTabSz="914034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描述行1</ns1:t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zh-CN" altLang="en-US" sz="1399" b="1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grpSp>
        <ns0:nvGrpSpPr>
          <ns0:cNvPr id="381" name="组合 380">
            <ns1:extLst>
              <ns1:ext uri="{FF2B5EF4-FFF2-40B4-BE49-F238E27FC236}">
                <ns2:creationId id="{1A82BDD5-7875-4EB2-9F19-47314020EAD2}"/>
              </ns1:ext>
            </ns1:extLst>
          </ns0:cNvPr>
          <ns0:cNvGrpSpPr/>
          <ns0:nvPr/>
        </ns0:nvGrpSpPr>
        <ns0:grpSpPr>
          <ns1:xfrm>
            <ns1:off x="6457398" y="5309907"/>
            <ns1:ext cx="715669" cy="720000"/>
            <ns1:chOff x="6605647" y="5297405"/>
            <ns1:chExt cx="715669" cy="720000"/>
          </ns1:xfrm>
        </ns0:grpSpPr>
        <ns0:sp>
          <ns0:nvSpPr>
            <ns0:cNvPr id="382" name="矩形: 圆角 381">
              <ns1:extLst>
                <ns1:ext uri="{FF2B5EF4-FFF2-40B4-BE49-F238E27FC236}">
                  <ns2:creationId id="{0AB8F759-05F4-4482-A2A9-145B70FF44AE}"/>
                </ns1:ext>
              </ns1:extLst>
            </ns0:cNvPr>
            <ns0:cNvSpPr/>
            <ns0:nvPr/>
          </ns0:nvSpPr>
          <ns0:spPr>
            <ns1:xfrm>
              <ns1:off x="6605647" y="5297405"/>
              <ns1:ext cx="715669" cy="720000"/>
            </ns1:xfrm>
            <ns1:prstGeom prst="roundRect">
              <ns1:avLst/>
            </ns1:prstGeom>
            <ns1:solidFill>
              <ns1:srgbClr val="0070C0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78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1800" b="0" i="0" u="none" strike="noStrike" kern="1200" cap="none" spc="0" normalizeH="0" baseline="0" noProof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83" name="Freeform 17">
              <ns1:extLst>
                <ns1:ext uri="{FF2B5EF4-FFF2-40B4-BE49-F238E27FC236}">
                  <ns2:creationId id="{8B34D943-3A95-43F1-B993-2D5711D990EB}"/>
                </ns1:ext>
              </ns1:extLst>
            </ns0:cNvPr>
            <ns0:cNvSpPr>
              <ns1:spLocks noChangeAspect="1" noEditPoints="1"/>
            </ns0:cNvSpPr>
            <ns0:nvPr/>
          </ns0:nvSpPr>
          <ns0:spPr bwMode="auto">
            <ns1:xfrm>
              <ns1:off x="6686056" y="5405405"/>
              <ns1:ext cx="554850" cy="504000"/>
            </ns1:xfrm>
            <ns1:custGeom>
              <ns1:avLst/>
              <ns1:gdLst>
                <ns1:gd name="T0" fmla="*/ 2729 w 2804"/>
                <ns1:gd name="T1" fmla="*/ 1177 h 2804"/>
                <ns1:gd name="T2" fmla="*/ 2655 w 2804"/>
                <ns1:gd name="T3" fmla="*/ 1251 h 2804"/>
                <ns1:gd name="T4" fmla="*/ 2655 w 2804"/>
                <ns1:gd name="T5" fmla="*/ 2418 h 2804"/>
                <ns1:gd name="T6" fmla="*/ 2418 w 2804"/>
                <ns1:gd name="T7" fmla="*/ 2655 h 2804"/>
                <ns1:gd name="T8" fmla="*/ 385 w 2804"/>
                <ns1:gd name="T9" fmla="*/ 2655 h 2804"/>
                <ns1:gd name="T10" fmla="*/ 148 w 2804"/>
                <ns1:gd name="T11" fmla="*/ 2418 h 2804"/>
                <ns1:gd name="T12" fmla="*/ 148 w 2804"/>
                <ns1:gd name="T13" fmla="*/ 386 h 2804"/>
                <ns1:gd name="T14" fmla="*/ 385 w 2804"/>
                <ns1:gd name="T15" fmla="*/ 149 h 2804"/>
                <ns1:gd name="T16" fmla="*/ 1676 w 2804"/>
                <ns1:gd name="T17" fmla="*/ 149 h 2804"/>
                <ns1:gd name="T18" fmla="*/ 1750 w 2804"/>
                <ns1:gd name="T19" fmla="*/ 74 h 2804"/>
                <ns1:gd name="T20" fmla="*/ 1676 w 2804"/>
                <ns1:gd name="T21" fmla="*/ 0 h 2804"/>
                <ns1:gd name="T22" fmla="*/ 385 w 2804"/>
                <ns1:gd name="T23" fmla="*/ 0 h 2804"/>
                <ns1:gd name="T24" fmla="*/ 0 w 2804"/>
                <ns1:gd name="T25" fmla="*/ 386 h 2804"/>
                <ns1:gd name="T26" fmla="*/ 0 w 2804"/>
                <ns1:gd name="T27" fmla="*/ 2418 h 2804"/>
                <ns1:gd name="T28" fmla="*/ 385 w 2804"/>
                <ns1:gd name="T29" fmla="*/ 2804 h 2804"/>
                <ns1:gd name="T30" fmla="*/ 2418 w 2804"/>
                <ns1:gd name="T31" fmla="*/ 2804 h 2804"/>
                <ns1:gd name="T32" fmla="*/ 2804 w 2804"/>
                <ns1:gd name="T33" fmla="*/ 2418 h 2804"/>
                <ns1:gd name="T34" fmla="*/ 2804 w 2804"/>
                <ns1:gd name="T35" fmla="*/ 1251 h 2804"/>
                <ns1:gd name="T36" fmla="*/ 2729 w 2804"/>
                <ns1:gd name="T37" fmla="*/ 1177 h 2804"/>
                <ns1:gd name="T38" fmla="*/ 2729 w 2804"/>
                <ns1:gd name="T39" fmla="*/ 1177 h 2804"/>
                <ns1:gd name="T40" fmla="*/ 2729 w 2804"/>
                <ns1:gd name="T41" fmla="*/ 1177 h 2804"/>
                <ns1:gd name="T42" fmla="*/ 2065 w 2804"/>
                <ns1:gd name="T43" fmla="*/ 1746 h 2804"/>
                <ns1:gd name="T44" fmla="*/ 1487 w 2804"/>
                <ns1:gd name="T45" fmla="*/ 2339 h 2804"/>
                <ns1:gd name="T46" fmla="*/ 1437 w 2804"/>
                <ns1:gd name="T47" fmla="*/ 2361 h 2804"/>
                <ns1:gd name="T48" fmla="*/ 1437 w 2804"/>
                <ns1:gd name="T49" fmla="*/ 2361 h 2804"/>
                <ns1:gd name="T50" fmla="*/ 1435 w 2804"/>
                <ns1:gd name="T51" fmla="*/ 2360 h 2804"/>
                <ns1:gd name="T52" fmla="*/ 1432 w 2804"/>
                <ns1:gd name="T53" fmla="*/ 2361 h 2804"/>
                <ns1:gd name="T54" fmla="*/ 1370 w 2804"/>
                <ns1:gd name="T55" fmla="*/ 2321 h 2804"/>
                <ns1:gd name="T56" fmla="*/ 801 w 2804"/>
                <ns1:gd name="T57" fmla="*/ 1738 h 2804"/>
                <ns1:gd name="T58" fmla="*/ 803 w 2804"/>
                <ns1:gd name="T59" fmla="*/ 1639 h 2804"/>
                <ns1:gd name="T60" fmla="*/ 902 w 2804"/>
                <ns1:gd name="T61" fmla="*/ 1640 h 2804"/>
                <ns1:gd name="T62" fmla="*/ 1362 w 2804"/>
                <ns1:gd name="T63" fmla="*/ 2113 h 2804"/>
                <ns1:gd name="T64" fmla="*/ 1362 w 2804"/>
                <ns1:gd name="T65" fmla="*/ 497 h 2804"/>
                <ns1:gd name="T66" fmla="*/ 1432 w 2804"/>
                <ns1:gd name="T67" fmla="*/ 427 h 2804"/>
                <ns1:gd name="T68" fmla="*/ 1502 w 2804"/>
                <ns1:gd name="T69" fmla="*/ 497 h 2804"/>
                <ns1:gd name="T70" fmla="*/ 1502 w 2804"/>
                <ns1:gd name="T71" fmla="*/ 2123 h 2804"/>
                <ns1:gd name="T72" fmla="*/ 1965 w 2804"/>
                <ns1:gd name="T73" fmla="*/ 1648 h 2804"/>
                <ns1:gd name="T74" fmla="*/ 2064 w 2804"/>
                <ns1:gd name="T75" fmla="*/ 1647 h 2804"/>
                <ns1:gd name="T76" fmla="*/ 2065 w 2804"/>
                <ns1:gd name="T77" fmla="*/ 1746 h 28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2804" h="2804">
                  <ns1:moveTo>
                    <ns1:pt x="2729" y="1177"/>
                  </ns1:moveTo>
                  <ns1:cubicBezTo>
                    <ns1:pt x="2688" y="1177"/>
                    <ns1:pt x="2655" y="1210"/>
                    <ns1:pt x="2655" y="1251"/>
                  </ns1:cubicBezTo>
                  <ns1:cubicBezTo>
                    <ns1:pt x="2655" y="2418"/>
                    <ns1:pt x="2655" y="2418"/>
                    <ns1:pt x="2655" y="2418"/>
                  </ns1:cubicBezTo>
                  <ns1:cubicBezTo>
                    <ns1:pt x="2655" y="2549"/>
                    <ns1:pt x="2549" y="2655"/>
                    <ns1:pt x="2418" y="2655"/>
                  </ns1:cubicBezTo>
                  <ns1:cubicBezTo>
                    <ns1:pt x="385" y="2655"/>
                    <ns1:pt x="385" y="2655"/>
                    <ns1:pt x="385" y="2655"/>
                  </ns1:cubicBezTo>
                  <ns1:cubicBezTo>
                    <ns1:pt x="255" y="2655"/>
                    <ns1:pt x="148" y="2549"/>
                    <ns1:pt x="148" y="2418"/>
                  </ns1:cubicBezTo>
                  <ns1:cubicBezTo>
                    <ns1:pt x="148" y="386"/>
                    <ns1:pt x="148" y="386"/>
                    <ns1:pt x="148" y="386"/>
                  </ns1:cubicBezTo>
                  <ns1:cubicBezTo>
                    <ns1:pt x="148" y="255"/>
                    <ns1:pt x="255" y="149"/>
                    <ns1:pt x="385" y="149"/>
                  </ns1:cubicBezTo>
                  <ns1:cubicBezTo>
                    <ns1:pt x="1676" y="149"/>
                    <ns1:pt x="1676" y="149"/>
                    <ns1:pt x="1676" y="149"/>
                  </ns1:cubicBezTo>
                  <ns1:cubicBezTo>
                    <ns1:pt x="1717" y="149"/>
                    <ns1:pt x="1750" y="115"/>
                    <ns1:pt x="1750" y="74"/>
                  </ns1:cubicBezTo>
                  <ns1:cubicBezTo>
                    <ns1:pt x="1750" y="33"/>
                    <ns1:pt x="1717" y="0"/>
                    <ns1:pt x="1676" y="0"/>
                  </ns1:cubicBezTo>
                  <ns1:cubicBezTo>
                    <ns1:pt x="385" y="0"/>
                    <ns1:pt x="385" y="0"/>
                    <ns1:pt x="385" y="0"/>
                  </ns1:cubicBezTo>
                  <ns1:cubicBezTo>
                    <ns1:pt x="173" y="0"/>
                    <ns1:pt x="0" y="173"/>
                    <ns1:pt x="0" y="386"/>
                  </ns1:cubicBezTo>
                  <ns1:cubicBezTo>
                    <ns1:pt x="0" y="2418"/>
                    <ns1:pt x="0" y="2418"/>
                    <ns1:pt x="0" y="2418"/>
                  </ns1:cubicBezTo>
                  <ns1:cubicBezTo>
                    <ns1:pt x="0" y="2631"/>
                    <ns1:pt x="173" y="2804"/>
                    <ns1:pt x="385" y="2804"/>
                  </ns1:cubicBezTo>
                  <ns1:cubicBezTo>
                    <ns1:pt x="2418" y="2804"/>
                    <ns1:pt x="2418" y="2804"/>
                    <ns1:pt x="2418" y="2804"/>
                  </ns1:cubicBezTo>
                  <ns1:cubicBezTo>
                    <ns1:pt x="2631" y="2804"/>
                    <ns1:pt x="2804" y="2631"/>
                    <ns1:pt x="2804" y="2418"/>
                  </ns1:cubicBezTo>
                  <ns1:cubicBezTo>
                    <ns1:pt x="2804" y="1251"/>
                    <ns1:pt x="2804" y="1251"/>
                    <ns1:pt x="2804" y="1251"/>
                  </ns1:cubicBezTo>
                  <ns1:cubicBezTo>
                    <ns1:pt x="2804" y="1210"/>
                    <ns1:pt x="2770" y="1177"/>
                    <ns1:pt x="2729" y="1177"/>
                  </ns1:cubicBezTo>
                  <ns1:close/>
                  <ns1:moveTo>
                    <ns1:pt x="2729" y="1177"/>
                  </ns1:moveTo>
                  <ns1:cubicBezTo>
                    <ns1:pt x="2729" y="1177"/>
                    <ns1:pt x="2729" y="1177"/>
                    <ns1:pt x="2729" y="1177"/>
                  </ns1:cubicBezTo>
                  <ns1:moveTo>
                    <ns1:pt x="2065" y="1746"/>
                  </ns1:moveTo>
                  <ns1:cubicBezTo>
                    <ns1:pt x="1487" y="2339"/>
                    <ns1:pt x="1487" y="2339"/>
                    <ns1:pt x="1487" y="2339"/>
                  </ns1:cubicBezTo>
                  <ns1:cubicBezTo>
                    <ns1:pt x="1474" y="2353"/>
                    <ns1:pt x="1456" y="2361"/>
                    <ns1:pt x="1437" y="2361"/>
                  </ns1:cubicBezTo>
                  <ns1:cubicBezTo>
                    <ns1:pt x="1437" y="2361"/>
                    <ns1:pt x="1437" y="2361"/>
                    <ns1:pt x="1437" y="2361"/>
                  </ns1:cubicBezTo>
                  <ns1:cubicBezTo>
                    <ns1:pt x="1436" y="2361"/>
                    <ns1:pt x="1436" y="2360"/>
                    <ns1:pt x="1435" y="2360"/>
                  </ns1:cubicBezTo>
                  <ns1:cubicBezTo>
                    <ns1:pt x="1434" y="2360"/>
                    <ns1:pt x="1433" y="2361"/>
                    <ns1:pt x="1432" y="2361"/>
                  </ns1:cubicBezTo>
                  <ns1:cubicBezTo>
                    <ns1:pt x="1405" y="2361"/>
                    <ns1:pt x="1381" y="2345"/>
                    <ns1:pt x="1370" y="2321"/>
                  </ns1:cubicBezTo>
                  <ns1:cubicBezTo>
                    <ns1:pt x="801" y="1738"/>
                    <ns1:pt x="801" y="1738"/>
                    <ns1:pt x="801" y="1738"/>
                  </ns1:cubicBezTo>
                  <ns1:cubicBezTo>
                    <ns1:pt x="774" y="1710"/>
                    <ns1:pt x="775" y="1666"/>
                    <ns1:pt x="803" y="1639"/>
                  </ns1:cubicBezTo>
                  <ns1:cubicBezTo>
                    <ns1:pt x="830" y="1612"/>
                    <ns1:pt x="875" y="1613"/>
                    <ns1:pt x="902" y="1640"/>
                  </ns1:cubicBezTo>
                  <ns1:cubicBezTo>
                    <ns1:pt x="1362" y="2113"/>
                    <ns1:pt x="1362" y="2113"/>
                    <ns1:pt x="1362" y="2113"/>
                  </ns1:cubicBezTo>
                  <ns1:cubicBezTo>
                    <ns1:pt x="1362" y="497"/>
                    <ns1:pt x="1362" y="497"/>
                    <ns1:pt x="1362" y="497"/>
                  </ns1:cubicBezTo>
                  <ns1:cubicBezTo>
                    <ns1:pt x="1362" y="459"/>
                    <ns1:pt x="1394" y="427"/>
                    <ns1:pt x="1432" y="427"/>
                  </ns1:cubicBezTo>
                  <ns1:cubicBezTo>
                    <ns1:pt x="1471" y="427"/>
                    <ns1:pt x="1502" y="459"/>
                    <ns1:pt x="1502" y="497"/>
                  </ns1:cubicBezTo>
                  <ns1:cubicBezTo>
                    <ns1:pt x="1502" y="2123"/>
                    <ns1:pt x="1502" y="2123"/>
                    <ns1:pt x="1502" y="2123"/>
                  </ns1:cubicBezTo>
                  <ns1:cubicBezTo>
                    <ns1:pt x="1965" y="1648"/>
                    <ns1:pt x="1965" y="1648"/>
                    <ns1:pt x="1965" y="1648"/>
                  </ns1:cubicBezTo>
                  <ns1:cubicBezTo>
                    <ns1:pt x="1992" y="1621"/>
                    <ns1:pt x="2036" y="1620"/>
                    <ns1:pt x="2064" y="1647"/>
                  </ns1:cubicBezTo>
                  <ns1:cubicBezTo>
                    <ns1:pt x="2092" y="1674"/>
                    <ns1:pt x="2092" y="1718"/>
                    <ns1:pt x="2065" y="1746"/>
                  </ns1:cubicBezTo>
                  <ns1:close/>
                </ns1:path>
              </ns1:pathLst>
            </ns1:custGeom>
            <ns1:solidFill>
              <ns1:schemeClr val="bg1"/>
            </ns1:solidFill>
            <ns1:ln w="19050">
              <ns1:solidFill>
                <ns1:schemeClr val="bg1"/>
              </ns1:solidFill>
              <ns1:round/>
            </ns1:ln>
            <ns1:effectLst/>
          </ns0:spPr>
          <ns0:txBody>
            <ns1:bodyPr vert="horz" wrap="square" lIns="72508" tIns="36255" rIns="72508" bIns="36255" numCol="1" anchor="t" anchorCtr="0" compatLnSpc="1"/>
            <ns1:lstStyle/>
            <ns1:p>
              <ns1:pPr marL="0" marR="0" lvl="0" indent="0" algn="l" defTabSz="966428" rtl="0" eaLnBrk="1" fontAlgn="base" latinLnBrk="0" hangingPunct="1">
                <ns1:lnSpc>
                  <ns1:spcPct val="100000"/>
                </ns1:lnSpc>
                <ns1:spcBef>
                  <ns1:spcPct val="0"/>
                </ns1:spcBef>
                <ns1:spcAft>
                  <ns1:spcPct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133" b="0" i="0" u="none" strike="noStrike" kern="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sp>
        <ns0:nvSpPr>
          <ns0:cNvPr id="386" name="矩形 385">
            <ns1:extLst>
              <ns1:ext uri="{FF2B5EF4-FFF2-40B4-BE49-F238E27FC236}">
                <ns2:creationId id="{9F511B8A-9E02-4252-9261-31D4733C387F}"/>
              </ns1:ext>
            </ns1:extLst>
          </ns0:cNvPr>
          <ns0:cNvSpPr/>
          <ns0:nvPr/>
        </ns0:nvSpPr>
        <ns0:spPr>
          <ns1:xfrm>
            <ns1:off x="8709115" y="5830749"/>
            <ns1:ext cx="823302" cy="307648"/>
          </ns1:xfrm>
          <ns1:prstGeom prst="rect">
            <ns1:avLst/>
          </ns1:prstGeom>
        </ns0:spPr>
        <ns0:txBody>
          <ns1:bodyPr wrap="none" lIns="0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描述行2</ns1:t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zh-CN" altLang="en-US" sz="1399" b="0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387" name="矩形 386">
            <ns1:extLst>
              <ns1:ext uri="{FF2B5EF4-FFF2-40B4-BE49-F238E27FC236}">
                <ns2:creationId id="{B47970A8-BFB4-499B-9B38-97046800CD98}"/>
              </ns1:ext>
            </ns1:extLst>
          </ns0:cNvPr>
          <ns0:cNvSpPr/>
          <ns0:nvPr/>
        </ns0:nvSpPr>
        <ns0:spPr>
          <ns1:xfrm>
            <ns1:off x="9815800" y="5830749"/>
            <ns1:ext cx="823302" cy="307648"/>
          </ns1:xfrm>
          <ns1:prstGeom prst="rect">
            <ns1:avLst/>
          </ns1:prstGeom>
        </ns0:spPr>
        <ns0:txBody>
          <ns1:bodyPr wrap="none" lIns="0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制冷</ns1:t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72%</ns1:t>
            </ns1:r>
            <ns1:endParaRPr kumimoji="0" lang="zh-CN" altLang="en-US" sz="1399" b="0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cxnSp>
        <ns0:nvCxnSpPr>
          <ns0:cNvPr id="388" name="直接箭头连接符 387">
            <ns1:extLst>
              <ns1:ext uri="{FF2B5EF4-FFF2-40B4-BE49-F238E27FC236}">
                <ns2:creationId id="{7D9A368C-D1FE-43E9-989A-9DE9A03B0211}"/>
              </ns1:ext>
            </ns1:extLst>
          </ns0:cNvPr>
          <ns0:cNvCxnSpPr/>
          <ns0:nvPr/>
        </ns0:nvCxnSpPr>
        <ns0:spPr>
          <ns1:xfrm>
            <ns1:off x="8491127" y="5830749"/>
            <ns1:ext cx="0" cy="274744"/>
          </ns1:xfrm>
          <ns1:prstGeom prst="straightConnector1">
            <ns1:avLst/>
          </ns1:prstGeom>
          <ns1:noFill/>
          <ns1:ln w="25400" cap="flat" cmpd="sng" algn="ctr">
            <ns1:solidFill>
              <ns1:srgbClr val="C00000"/>
            </ns1:solidFill>
            <ns1:prstDash val="solid"/>
            <ns1:miter lim="800000"/>
            <ns1:tailEnd type="triangle"/>
          </ns1:ln>
          <ns1:effectLst/>
        </ns0:spPr>
      </ns0:cxnSp>
      <ns0:cxnSp>
        <ns0:nvCxnSpPr>
          <ns0:cNvPr id="389" name="直接箭头连接符 388">
            <ns1:extLst>
              <ns1:ext uri="{FF2B5EF4-FFF2-40B4-BE49-F238E27FC236}">
                <ns2:creationId id="{9D33E48B-FB3D-4891-B41C-8B71B49235C8}"/>
              </ns1:ext>
            </ns1:extLst>
          </ns0:cNvPr>
          <ns0:cNvCxnSpPr/>
          <ns0:nvPr/>
        </ns0:nvCxnSpPr>
        <ns0:spPr>
          <ns1:xfrm>
            <ns1:off x="9607498" y="5830749"/>
            <ns1:ext cx="0" cy="274744"/>
          </ns1:xfrm>
          <ns1:prstGeom prst="straightConnector1">
            <ns1:avLst/>
          </ns1:prstGeom>
          <ns1:noFill/>
          <ns1:ln w="25400" cap="flat" cmpd="sng" algn="ctr">
            <ns1:solidFill>
              <ns1:srgbClr val="C00000"/>
            </ns1:solidFill>
            <ns1:prstDash val="solid"/>
            <ns1:miter lim="800000"/>
            <ns1:tailEnd type="triangle"/>
          </ns1:ln>
          <ns1:effectLst/>
        </ns0:spPr>
      </ns0:cxnSp>
      <ns0:cxnSp>
        <ns0:nvCxnSpPr>
          <ns0:cNvPr id="390" name="直接箭头连接符 389">
            <ns1:extLst>
              <ns1:ext uri="{FF2B5EF4-FFF2-40B4-BE49-F238E27FC236}">
                <ns2:creationId id="{D31C66E8-CDA3-482D-9F08-857B6F99D9C4}"/>
              </ns1:ext>
            </ns1:extLst>
          </ns0:cNvPr>
          <ns0:cNvCxnSpPr/>
          <ns0:nvPr/>
        </ns0:nvCxnSpPr>
        <ns0:spPr>
          <ns1:xfrm>
            <ns1:off x="10698593" y="5830749"/>
            <ns1:ext cx="0" cy="274744"/>
          </ns1:xfrm>
          <ns1:prstGeom prst="straightConnector1">
            <ns1:avLst/>
          </ns1:prstGeom>
          <ns1:noFill/>
          <ns1:ln w="25400" cap="flat" cmpd="sng" algn="ctr">
            <ns1:solidFill>
              <ns1:srgbClr val="C00000"/>
            </ns1:solidFill>
            <ns1:prstDash val="solid"/>
            <ns1:miter lim="800000"/>
            <ns1:tailEnd type="triangle"/>
          </ns1:ln>
          <ns1:effectLst/>
        </ns0:spPr>
      </ns0:cxnSp>
      <ns0:sp>
        <ns0:nvSpPr>
          <ns0:cNvPr id="391" name="矩形 390">
            <ns1:extLst>
              <ns1:ext uri="{FF2B5EF4-FFF2-40B4-BE49-F238E27FC236}">
                <ns2:creationId id="{AC8F5B83-2F54-43B7-A30E-8CF2E36B6B84}"/>
              </ns1:ext>
            </ns1:extLst>
          </ns0:cNvPr>
          <ns0:cNvSpPr/>
          <ns0:nvPr/>
        </ns0:nvSpPr>
        <ns0:spPr>
          <ns1:xfrm>
            <ns1:off x="7603293" y="5553233"/>
            <ns1:ext cx="3216409" cy="215315"/>
          </ns1:xfrm>
          <ns1:prstGeom prst="rect">
            <ns1:avLst/>
          </ns1:prstGeom>
        </ns0:spPr>
        <ns0:txBody>
          <ns1:bodyPr wrap="square" lIns="0" tIns="0" rIns="0" bIns="0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块3</ns1:t>
            </ns1: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en-US" altLang="zh-CN" sz="1399" b="0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450" name="箭头: 上 449">
            <ns1:extLst>
              <ns1:ext uri="{FF2B5EF4-FFF2-40B4-BE49-F238E27FC236}">
                <ns2:creationId id="{5F2BC2C8-42BC-4D07-9241-4D7F1A435D2B}"/>
              </ns1:ext>
            </ns1:extLst>
          </ns0:cNvPr>
          <ns0:cNvSpPr/>
          <ns0:nvPr/>
        </ns0:nvSpPr>
        <ns0:spPr>
          <ns1:xfrm rot="10636746">
            <ns1:off x="9892951" y="5167820"/>
            <ns1:ext cx="288000" cy="345467"/>
          </ns1:xfrm>
          <ns1:prstGeom prst="upArrow">
            <ns1:avLst/>
          </ns1:prstGeom>
          <ns1:solidFill>
            <ns1:srgbClr val="FFC000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marL="0" marR="0" lvl="0" indent="0" algn="ctr" defTabSz="91447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endParaRPr kumimoji="0" lang="zh-CN" altLang="en-US" sz="1800" b="0" i="0" u="none" strike="noStrike" kern="1200" cap="none" spc="0" normalizeH="0" baseline="0" noProof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451" name="标题 1">
            <ns1:extLst>
              <ns1:ext uri="{FF2B5EF4-FFF2-40B4-BE49-F238E27FC236}">
                <ns2:creationId id="{8AD32590-3C3E-4E2F-AE85-34671119222A}"/>
              </ns1:ext>
            </ns1:extLst>
          </ns0:cNvPr>
          <ns0:cNvSpPr txBox="1">
            <ns1:spLocks/>
          </ns0:cNvSpPr>
          <ns0:nvPr/>
        </ns0:nvSpPr>
        <ns0:spPr>
          <ns1:xfrm>
            <ns1:off x="596900" y="237653"/>
            <ns1:ext cx="8756420" cy="525377"/>
          </ns1:xfrm>
          <ns1:prstGeom prst="rect">
            <ns1:avLst/>
          </ns1:prstGeom>
        </ns0:spPr>
        <ns0:txBody>
          <ns1:bodyPr wrap="square" lIns="89977" tIns="46788" rIns="89977" bIns="46788">
            <ns1:spAutoFit/>
          </ns1:bodyPr>
          <ns1:lstStyle>
            <ns1:defPPr>
              <ns1:defRPr lang="en-US"/>
            </ns1:defPPr>
            <ns1:lvl1pPr defTabSz="1219200">
              <ns1:spcBef>
                <ns1:spcPts val="0"/>
              </ns1:spcBef>
              <ns1:buNone/>
              <ns1:defRPr sz="2600" b="1">
                <ns1:solidFill>
                  <ns1:prstClr val="white"/>
                </ns1:solidFill>
                <ns1:effectLst>
                  <ns1:outerShdw blurRad="38100" dist="38100" dir="2700000" algn="tl">
                    <ns1:srgbClr val="000000">
                      <ns1:alpha val="43137"/>
                    </ns1:srgbClr>
                  </ns1:outerShdw>
                </ns1:effectLst>
                <ns1:latin typeface="Arial" panose="020B0604020202020204" pitchFamily="34" charset="0"/>
                <ns1:ea typeface="+mj-ea"/>
                <ns1:cs typeface="Arial" panose="020B0604020202020204" pitchFamily="34" charset="0"/>
              </ns1:defRPr>
            </ns1:lvl1pPr>
          </ns1:lstStyle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2800" b="1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华为全闪存助力浦发银行信用卡系统全面升级</ns1:t>
            </ns1:r>
            <ns1:endParaRPr kumimoji="0" lang="en-US" altLang="zh-CN" sz="2800" b="1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452" name="1021973745">
            <ns1:extLst>
              <ns1:ext uri="{FF2B5EF4-FFF2-40B4-BE49-F238E27FC236}">
                <ns2:creationId id="{0F356D3B-B91D-45D0-BA6F-0F0DB08C3C0B}"/>
              </ns1:ext>
            </ns1:extLst>
          </ns0:cNvPr>
          <ns0:cNvSpPr/>
          <ns0:nvPr/>
        </ns0:nvSpPr>
        <ns0:spPr>
          <ns1:xfrm>
            <ns1:off x="596900" y="720290"/>
            <ns1:ext cx="10922000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浦发银行：六大行之外排名前二的全国股份制商业银行，世界五百强中排名第</ns1:t>
            </ns1:r>
            <ns1:r>
              <ns1:rPr kumimoji="0" lang="en-US" altLang="zh-CN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227</ns1:t>
            </ns1:r>
            <ns1:r>
              <ns1:rPr kumimoji="0" lang="zh-CN" altLang="en-US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位</ns1:t>
            </ns1:r>
          </ns1:p>
        </ns0:txBody>
      </ns0:sp>
      <ns0:sp>
        <ns0:nvSpPr>
          <ns0:cNvPr id="138" name="文本框 137">
            <ns1:extLst>
              <ns1:ext uri="{FF2B5EF4-FFF2-40B4-BE49-F238E27FC236}">
                <ns2:creationId id="{DC6AF694-6DBB-426C-B9AB-F76A7FB3467D}"/>
              </ns1:ext>
            </ns1:extLst>
          </ns0:cNvPr>
          <ns0:cNvSpPr txBox="1"/>
          <ns0:nvPr/>
        </ns0:nvSpPr>
        <ns0:spPr>
          <ns1:xfrm rot="19885155">
            <ns1:off x="10637821" y="5938442"/>
            <ns1:ext cx="1520529" cy="369332"/>
          </ns1:xfrm>
          <ns1:prstGeom prst="rect">
            <ns1:avLst/>
          </ns1:prstGeom>
          <ns1:solidFill>
            <ns1:srgbClr val="FFFF00"/>
          </ns1:solidFill>
        </ns0:spPr>
        <ns0:txBody>
          <ns1:bodyPr wrap="square" rtlCol="0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8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highlight>
                  <ns1:srgbClr val="FFFF00"/>
                </ns1:highlight>
                <ns1:uLnTx/>
                <ns1:uFillTx/>
                <ns1:latin typeface="Arial" panose="020F0502020204030204"/>
                <ns1:ea typeface="微软雅黑"/>
                <ns1:cs typeface="+mn-cs"/>
              </ns1:rPr>
              <ns1:t>授权</ns1:t>
            </ns1:r>
          </ns1:p>
        </ns0:txBody>
      </ns0:sp>
    </ns0:spTree>
    <ns0:extLst>
      <ns0:ext uri="{BB962C8B-B14F-4D97-AF65-F5344CB8AC3E}">
        <ns5:creationId val="4178240146"/>
      </ns0:ext>
    </ns0:extLst>
  </ns0:cSld>
  <ns0:clrMapOvr>
    <ns1:masterClrMapping/>
  </ns0:clrMapOvr>
</ns0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3x1unsw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70C0"/>
            </a:gs>
            <a:gs pos="100000">
              <a:srgbClr val="002060">
                <a:alpha val="0"/>
              </a:srgbClr>
            </a:gs>
          </a:gsLst>
          <a:lin ang="16800000" scaled="0"/>
        </a:gradFill>
        <a:ln w="3175">
          <a:noFill/>
        </a:ln>
      </a:spPr>
      <a:bodyPr rtlCol="0" anchor="ctr"/>
      <a:lstStyle>
        <a:defPPr algn="ctr">
          <a:defRPr sz="1799" b="1">
            <a:solidFill>
              <a:prstClr val="white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226e3c35-0fb4-4fa3-ba1d-60ad93d83dc9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7.xml><?xml version="1.0" encoding="utf-8"?>
<a:theme xmlns:a="http://schemas.openxmlformats.org/drawingml/2006/main" name="1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9.xml><?xml version="1.0" encoding="utf-8"?>
<a:theme xmlns:a="http://schemas.openxmlformats.org/drawingml/2006/main" name="1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Arial Black"/>
      <a:ea typeface="Microsoft YaHei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Arial Black"/>
      <a:ea typeface="Microsoft YaHei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48</TotalTime>
  <Words>3433</Words>
  <Application>Microsoft Office PowerPoint</Application>
  <PresentationFormat>自定义</PresentationFormat>
  <Paragraphs>572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等线</vt:lpstr>
      <vt:lpstr>方正兰亭黑简体</vt:lpstr>
      <vt:lpstr>Microsoft YaHei</vt:lpstr>
      <vt:lpstr>Microsoft YaHei</vt:lpstr>
      <vt:lpstr>Arial</vt:lpstr>
      <vt:lpstr>Calibri</vt:lpstr>
      <vt:lpstr>Impact</vt:lpstr>
      <vt:lpstr>Wingdings</vt:lpstr>
      <vt:lpstr>封面页_图片版 </vt:lpstr>
      <vt:lpstr>目录页</vt:lpstr>
      <vt:lpstr>章节页</vt:lpstr>
      <vt:lpstr>结束页</vt:lpstr>
      <vt:lpstr>3_Office 主题</vt:lpstr>
      <vt:lpstr>23_章节页</vt:lpstr>
      <vt:lpstr>11_Chart page</vt:lpstr>
      <vt:lpstr>9_章节页</vt:lpstr>
      <vt:lpstr>1_封面页_图片版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Haoyan(Noah,ICT Product Portfolio_PLM)</dc:creator>
  <cp:lastModifiedBy>Haoyan(Noah,Storage_MKT)</cp:lastModifiedBy>
  <cp:revision>5</cp:revision>
  <dcterms:created xsi:type="dcterms:W3CDTF">2020-08-28T08:44:19Z</dcterms:created>
  <dcterms:modified xsi:type="dcterms:W3CDTF">2026-05-28T09:21:39Z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